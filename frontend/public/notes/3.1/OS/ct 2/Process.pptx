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4" r:id="rId4"/>
  </p:sldMasterIdLst>
  <p:notesMasterIdLst>
    <p:notesMasterId r:id="rId35"/>
  </p:notesMasterIdLst>
  <p:handoutMasterIdLst>
    <p:handoutMasterId r:id="rId36"/>
  </p:handoutMasterIdLst>
  <p:sldIdLst>
    <p:sldId id="256" r:id="rId5"/>
    <p:sldId id="257" r:id="rId6"/>
    <p:sldId id="258" r:id="rId7"/>
    <p:sldId id="259" r:id="rId8"/>
    <p:sldId id="260" r:id="rId9"/>
    <p:sldId id="261" r:id="rId10"/>
    <p:sldId id="263" r:id="rId11"/>
    <p:sldId id="262" r:id="rId12"/>
    <p:sldId id="274" r:id="rId13"/>
    <p:sldId id="267" r:id="rId14"/>
    <p:sldId id="288" r:id="rId15"/>
    <p:sldId id="287" r:id="rId16"/>
    <p:sldId id="268" r:id="rId17"/>
    <p:sldId id="276" r:id="rId18"/>
    <p:sldId id="277" r:id="rId19"/>
    <p:sldId id="278" r:id="rId20"/>
    <p:sldId id="279" r:id="rId21"/>
    <p:sldId id="280" r:id="rId22"/>
    <p:sldId id="281" r:id="rId23"/>
    <p:sldId id="282" r:id="rId24"/>
    <p:sldId id="289" r:id="rId25"/>
    <p:sldId id="283" r:id="rId26"/>
    <p:sldId id="284" r:id="rId27"/>
    <p:sldId id="285" r:id="rId28"/>
    <p:sldId id="290" r:id="rId29"/>
    <p:sldId id="291" r:id="rId30"/>
    <p:sldId id="292" r:id="rId31"/>
    <p:sldId id="293" r:id="rId32"/>
    <p:sldId id="294" r:id="rId33"/>
    <p:sldId id="269"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8743E5-2507-4C4D-A5EA-2D23303C80A3}" v="1" dt="2026-02-24T06:27:57.6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83" autoAdjust="0"/>
    <p:restoredTop sz="93950" autoAdjust="0"/>
  </p:normalViewPr>
  <p:slideViewPr>
    <p:cSldViewPr snapToGrid="0">
      <p:cViewPr varScale="1">
        <p:scale>
          <a:sx n="78" d="100"/>
          <a:sy n="78" d="100"/>
        </p:scale>
        <p:origin x="878" y="77"/>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0" d="100"/>
          <a:sy n="60" d="100"/>
        </p:scale>
        <p:origin x="3187"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zneen  Akhter" userId="773059a0-2524-48f3-b8a1-3d5bde9e3a77" providerId="ADAL" clId="{A050110D-04F1-48E0-9091-2D5AF5E650BE}"/>
    <pc:docChg chg="custSel modSld">
      <pc:chgData name="Nazneen  Akhter" userId="773059a0-2524-48f3-b8a1-3d5bde9e3a77" providerId="ADAL" clId="{A050110D-04F1-48E0-9091-2D5AF5E650BE}" dt="2026-02-24T06:28:09.761" v="23" actId="478"/>
      <pc:docMkLst>
        <pc:docMk/>
      </pc:docMkLst>
      <pc:sldChg chg="addSp delSp mod">
        <pc:chgData name="Nazneen  Akhter" userId="773059a0-2524-48f3-b8a1-3d5bde9e3a77" providerId="ADAL" clId="{A050110D-04F1-48E0-9091-2D5AF5E650BE}" dt="2026-02-24T06:28:09.761" v="23" actId="478"/>
        <pc:sldMkLst>
          <pc:docMk/>
          <pc:sldMk cId="1746756174" sldId="257"/>
        </pc:sldMkLst>
        <pc:inkChg chg="add del">
          <ac:chgData name="Nazneen  Akhter" userId="773059a0-2524-48f3-b8a1-3d5bde9e3a77" providerId="ADAL" clId="{A050110D-04F1-48E0-9091-2D5AF5E650BE}" dt="2026-02-24T06:28:09.761" v="23" actId="478"/>
          <ac:inkMkLst>
            <pc:docMk/>
            <pc:sldMk cId="1746756174" sldId="257"/>
            <ac:inkMk id="6" creationId="{5A187E2B-A65F-6FE5-B115-25A87137BFEF}"/>
          </ac:inkMkLst>
        </pc:ink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E18FA9B-3E06-41AF-BDF7-6710797097D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0F9B942-99CF-4AC4-9F77-E625D2C71C6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37E2813-601B-4697-B14D-165027600992}" type="datetimeFigureOut">
              <a:rPr lang="en-US" smtClean="0"/>
              <a:t>2/24/2026</a:t>
            </a:fld>
            <a:endParaRPr lang="en-US"/>
          </a:p>
        </p:txBody>
      </p:sp>
      <p:sp>
        <p:nvSpPr>
          <p:cNvPr id="4" name="Footer Placeholder 3">
            <a:extLst>
              <a:ext uri="{FF2B5EF4-FFF2-40B4-BE49-F238E27FC236}">
                <a16:creationId xmlns:a16="http://schemas.microsoft.com/office/drawing/2014/main" id="{3CAD4C1D-64AA-4DA1-8A75-FCF5ECA4501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D886DA9-2A38-4F39-B33B-4F7B5E44448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775EF03-110B-4710-A708-FEF1927612B9}" type="slidenum">
              <a:rPr lang="en-US" smtClean="0"/>
              <a:t>‹#›</a:t>
            </a:fld>
            <a:endParaRPr lang="en-US"/>
          </a:p>
        </p:txBody>
      </p:sp>
    </p:spTree>
    <p:extLst>
      <p:ext uri="{BB962C8B-B14F-4D97-AF65-F5344CB8AC3E}">
        <p14:creationId xmlns:p14="http://schemas.microsoft.com/office/powerpoint/2010/main" val="163232140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3F8F91-4F38-4A01-947F-C76C21BA8A7A}" type="datetimeFigureOut">
              <a:rPr lang="en-US" smtClean="0"/>
              <a:t>2/24/2026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8CCA95-4F40-4CDD-BF1E-B8C9EB86EE73}" type="slidenum">
              <a:rPr lang="en-US" smtClean="0"/>
              <a:t>‹#›</a:t>
            </a:fld>
            <a:endParaRPr lang="en-US"/>
          </a:p>
        </p:txBody>
      </p:sp>
    </p:spTree>
    <p:extLst>
      <p:ext uri="{BB962C8B-B14F-4D97-AF65-F5344CB8AC3E}">
        <p14:creationId xmlns:p14="http://schemas.microsoft.com/office/powerpoint/2010/main" val="25662959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8CCA95-4F40-4CDD-BF1E-B8C9EB86EE73}" type="slidenum">
              <a:rPr lang="en-US" smtClean="0"/>
              <a:t>1</a:t>
            </a:fld>
            <a:endParaRPr lang="en-US"/>
          </a:p>
        </p:txBody>
      </p:sp>
    </p:spTree>
    <p:extLst>
      <p:ext uri="{BB962C8B-B14F-4D97-AF65-F5344CB8AC3E}">
        <p14:creationId xmlns:p14="http://schemas.microsoft.com/office/powerpoint/2010/main" val="3031805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18CCA95-4F40-4CDD-BF1E-B8C9EB86EE73}" type="slidenum">
              <a:rPr lang="en-US" smtClean="0"/>
              <a:t>2</a:t>
            </a:fld>
            <a:endParaRPr lang="en-US"/>
          </a:p>
        </p:txBody>
      </p:sp>
    </p:spTree>
    <p:extLst>
      <p:ext uri="{BB962C8B-B14F-4D97-AF65-F5344CB8AC3E}">
        <p14:creationId xmlns:p14="http://schemas.microsoft.com/office/powerpoint/2010/main" val="39168665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43" name="Group 42">
            <a:extLst>
              <a:ext uri="{FF2B5EF4-FFF2-40B4-BE49-F238E27FC236}">
                <a16:creationId xmlns:a16="http://schemas.microsoft.com/office/drawing/2014/main" id="{EB46B8FB-F6A2-5F47-A6CD-A7E17E69270F}"/>
              </a:ext>
            </a:extLst>
          </p:cNvPr>
          <p:cNvGrpSpPr/>
          <p:nvPr/>
        </p:nvGrpSpPr>
        <p:grpSpPr>
          <a:xfrm>
            <a:off x="6201388" y="0"/>
            <a:ext cx="5990612" cy="6858001"/>
            <a:chOff x="6201388" y="0"/>
            <a:chExt cx="5990612" cy="6858001"/>
          </a:xfrm>
        </p:grpSpPr>
        <p:sp>
          <p:nvSpPr>
            <p:cNvPr id="45" name="Oval 44">
              <a:extLst>
                <a:ext uri="{FF2B5EF4-FFF2-40B4-BE49-F238E27FC236}">
                  <a16:creationId xmlns:a16="http://schemas.microsoft.com/office/drawing/2014/main" id="{419BDE93-3EC2-4E4D-BC0B-417378F49EDA}"/>
                </a:ext>
              </a:extLst>
            </p:cNvPr>
            <p:cNvSpPr/>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46">
              <a:extLst>
                <a:ext uri="{FF2B5EF4-FFF2-40B4-BE49-F238E27FC236}">
                  <a16:creationId xmlns:a16="http://schemas.microsoft.com/office/drawing/2014/main" id="{FE21F82F-1EE5-8240-97F8-387DF0253FCE}"/>
                </a:ext>
              </a:extLst>
            </p:cNvPr>
            <p:cNvSpPr/>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9" name="Freeform 48">
              <a:extLst>
                <a:ext uri="{FF2B5EF4-FFF2-40B4-BE49-F238E27FC236}">
                  <a16:creationId xmlns:a16="http://schemas.microsoft.com/office/drawing/2014/main" id="{AE1903E3-6B5F-6B4C-9A1F-62628A050AEB}"/>
                </a:ext>
              </a:extLst>
            </p:cNvPr>
            <p:cNvSpPr/>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1" name="Oval 50">
              <a:extLst>
                <a:ext uri="{FF2B5EF4-FFF2-40B4-BE49-F238E27FC236}">
                  <a16:creationId xmlns:a16="http://schemas.microsoft.com/office/drawing/2014/main" id="{F7C55863-3B37-0743-B001-1A970033FBA8}"/>
                </a:ext>
              </a:extLst>
            </p:cNvPr>
            <p:cNvSpPr/>
            <p:nvPr/>
          </p:nvSpPr>
          <p:spPr>
            <a:xfrm>
              <a:off x="7564253"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932B4C24-3A58-924C-B79A-D961EF7C2C48}"/>
                </a:ext>
              </a:extLst>
            </p:cNvPr>
            <p:cNvSpPr/>
            <p:nvPr/>
          </p:nvSpPr>
          <p:spPr>
            <a:xfrm>
              <a:off x="7564253" y="217788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21EF52E0-D2CF-544F-93A6-4D7B45A0483A}"/>
                </a:ext>
              </a:extLst>
            </p:cNvPr>
            <p:cNvSpPr/>
            <p:nvPr/>
          </p:nvSpPr>
          <p:spPr>
            <a:xfrm>
              <a:off x="7564253" y="80636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Freeform 63">
              <a:extLst>
                <a:ext uri="{FF2B5EF4-FFF2-40B4-BE49-F238E27FC236}">
                  <a16:creationId xmlns:a16="http://schemas.microsoft.com/office/drawing/2014/main" id="{6966CFE5-1C8C-2E4F-9B2D-A8438F5A5322}"/>
                </a:ext>
              </a:extLst>
            </p:cNvPr>
            <p:cNvSpPr/>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5" name="Freeform 64">
              <a:extLst>
                <a:ext uri="{FF2B5EF4-FFF2-40B4-BE49-F238E27FC236}">
                  <a16:creationId xmlns:a16="http://schemas.microsoft.com/office/drawing/2014/main" id="{9FD29EF3-A5B2-554A-A307-6BE1BCE8AF03}"/>
                </a:ext>
              </a:extLst>
            </p:cNvPr>
            <p:cNvSpPr/>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Oval 66">
              <a:extLst>
                <a:ext uri="{FF2B5EF4-FFF2-40B4-BE49-F238E27FC236}">
                  <a16:creationId xmlns:a16="http://schemas.microsoft.com/office/drawing/2014/main" id="{AC1ECAD8-0CF2-934D-AA1E-C108208CDE6F}"/>
                </a:ext>
              </a:extLst>
            </p:cNvPr>
            <p:cNvSpPr/>
            <p:nvPr/>
          </p:nvSpPr>
          <p:spPr>
            <a:xfrm>
              <a:off x="8927118" y="492091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DB14DED1-3A58-8C4D-902E-2A9F34043F61}"/>
                </a:ext>
              </a:extLst>
            </p:cNvPr>
            <p:cNvSpPr/>
            <p:nvPr/>
          </p:nvSpPr>
          <p:spPr>
            <a:xfrm>
              <a:off x="8927118" y="354939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65D65157-5719-0341-A807-A8956595FB4C}"/>
                </a:ext>
              </a:extLst>
            </p:cNvPr>
            <p:cNvSpPr/>
            <p:nvPr/>
          </p:nvSpPr>
          <p:spPr>
            <a:xfrm>
              <a:off x="8927118" y="217788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A7F23F74-B777-2A4C-8EF9-E798880D5942}"/>
                </a:ext>
              </a:extLst>
            </p:cNvPr>
            <p:cNvSpPr/>
            <p:nvPr/>
          </p:nvSpPr>
          <p:spPr>
            <a:xfrm>
              <a:off x="8927118"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a:extLst>
                <a:ext uri="{FF2B5EF4-FFF2-40B4-BE49-F238E27FC236}">
                  <a16:creationId xmlns:a16="http://schemas.microsoft.com/office/drawing/2014/main" id="{E3B9A050-0AE1-1D4B-A2AC-6EEF64B106D9}"/>
                </a:ext>
              </a:extLst>
            </p:cNvPr>
            <p:cNvSpPr/>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2" name="Freeform 71">
              <a:extLst>
                <a:ext uri="{FF2B5EF4-FFF2-40B4-BE49-F238E27FC236}">
                  <a16:creationId xmlns:a16="http://schemas.microsoft.com/office/drawing/2014/main" id="{C424FE38-F803-8D47-BF56-1B18EC2B1F03}"/>
                </a:ext>
              </a:extLst>
            </p:cNvPr>
            <p:cNvSpPr/>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3" name="Oval 72">
              <a:extLst>
                <a:ext uri="{FF2B5EF4-FFF2-40B4-BE49-F238E27FC236}">
                  <a16:creationId xmlns:a16="http://schemas.microsoft.com/office/drawing/2014/main" id="{E37187F2-9212-0641-97D0-1ACD50B748A8}"/>
                </a:ext>
              </a:extLst>
            </p:cNvPr>
            <p:cNvSpPr/>
            <p:nvPr/>
          </p:nvSpPr>
          <p:spPr>
            <a:xfrm>
              <a:off x="10289984" y="492091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C760C651-2AC4-564E-BEAA-AB7FAFE7F79F}"/>
                </a:ext>
              </a:extLst>
            </p:cNvPr>
            <p:cNvSpPr/>
            <p:nvPr/>
          </p:nvSpPr>
          <p:spPr>
            <a:xfrm>
              <a:off x="10289984"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58B0A1B8-5BA3-3548-9511-B4904D05264B}"/>
                </a:ext>
              </a:extLst>
            </p:cNvPr>
            <p:cNvSpPr/>
            <p:nvPr/>
          </p:nvSpPr>
          <p:spPr>
            <a:xfrm>
              <a:off x="10289984"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75">
              <a:extLst>
                <a:ext uri="{FF2B5EF4-FFF2-40B4-BE49-F238E27FC236}">
                  <a16:creationId xmlns:a16="http://schemas.microsoft.com/office/drawing/2014/main" id="{424CD779-EE9A-214D-9488-767327E373AA}"/>
                </a:ext>
              </a:extLst>
            </p:cNvPr>
            <p:cNvSpPr/>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7" name="Freeform 76">
              <a:extLst>
                <a:ext uri="{FF2B5EF4-FFF2-40B4-BE49-F238E27FC236}">
                  <a16:creationId xmlns:a16="http://schemas.microsoft.com/office/drawing/2014/main" id="{630D08C6-9EFB-8540-875F-2A55DED2AAE3}"/>
                </a:ext>
              </a:extLst>
            </p:cNvPr>
            <p:cNvSpPr/>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8" name="Freeform 77">
              <a:extLst>
                <a:ext uri="{FF2B5EF4-FFF2-40B4-BE49-F238E27FC236}">
                  <a16:creationId xmlns:a16="http://schemas.microsoft.com/office/drawing/2014/main" id="{D7E8DA86-1294-4641-9C52-6E153150641C}"/>
                </a:ext>
              </a:extLst>
            </p:cNvPr>
            <p:cNvSpPr/>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9" name="Freeform 78">
              <a:extLst>
                <a:ext uri="{FF2B5EF4-FFF2-40B4-BE49-F238E27FC236}">
                  <a16:creationId xmlns:a16="http://schemas.microsoft.com/office/drawing/2014/main" id="{011063C9-2A43-3348-A018-F27FACAA778D}"/>
                </a:ext>
              </a:extLst>
            </p:cNvPr>
            <p:cNvSpPr/>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0" name="Freeform 79">
              <a:extLst>
                <a:ext uri="{FF2B5EF4-FFF2-40B4-BE49-F238E27FC236}">
                  <a16:creationId xmlns:a16="http://schemas.microsoft.com/office/drawing/2014/main" id="{EE85C7DE-D965-244F-BD95-3A05FF4AAC61}"/>
                </a:ext>
              </a:extLst>
            </p:cNvPr>
            <p:cNvSpPr/>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1" name="Freeform 80">
              <a:extLst>
                <a:ext uri="{FF2B5EF4-FFF2-40B4-BE49-F238E27FC236}">
                  <a16:creationId xmlns:a16="http://schemas.microsoft.com/office/drawing/2014/main" id="{315A1389-149A-3342-A863-637D42FDB28D}"/>
                </a:ext>
              </a:extLst>
            </p:cNvPr>
            <p:cNvSpPr/>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2" name="Freeform 81">
              <a:extLst>
                <a:ext uri="{FF2B5EF4-FFF2-40B4-BE49-F238E27FC236}">
                  <a16:creationId xmlns:a16="http://schemas.microsoft.com/office/drawing/2014/main" id="{B149CC6F-B6C6-BE46-B451-1BF7D47A8936}"/>
                </a:ext>
              </a:extLst>
            </p:cNvPr>
            <p:cNvSpPr/>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CDAB39E9-6F50-3F4B-9DDB-FC0E0CA993A6}"/>
              </a:ext>
            </a:extLst>
          </p:cNvPr>
          <p:cNvSpPr>
            <a:spLocks noGrp="1"/>
          </p:cNvSpPr>
          <p:nvPr>
            <p:ph type="ctrTitle"/>
          </p:nvPr>
        </p:nvSpPr>
        <p:spPr>
          <a:xfrm>
            <a:off x="565150" y="768334"/>
            <a:ext cx="5066001" cy="2866405"/>
          </a:xfrm>
        </p:spPr>
        <p:txBody>
          <a:bodyPr anchor="t"/>
          <a:lstStyle>
            <a:lvl1pPr algn="l">
              <a:defRPr sz="6000"/>
            </a:lvl1pPr>
          </a:lstStyle>
          <a:p>
            <a:r>
              <a:rPr lang="en-US" dirty="0"/>
              <a:t>Click to edit Master title style</a:t>
            </a:r>
          </a:p>
        </p:txBody>
      </p:sp>
      <p:sp>
        <p:nvSpPr>
          <p:cNvPr id="3" name="Subtitle 2">
            <a:extLst>
              <a:ext uri="{FF2B5EF4-FFF2-40B4-BE49-F238E27FC236}">
                <a16:creationId xmlns:a16="http://schemas.microsoft.com/office/drawing/2014/main" id="{A6B2C33E-E9A6-304D-BBCB-97AD0B213CE0}"/>
              </a:ext>
            </a:extLst>
          </p:cNvPr>
          <p:cNvSpPr>
            <a:spLocks noGrp="1"/>
          </p:cNvSpPr>
          <p:nvPr>
            <p:ph type="subTitle" idx="1"/>
          </p:nvPr>
        </p:nvSpPr>
        <p:spPr>
          <a:xfrm>
            <a:off x="565150" y="4283239"/>
            <a:ext cx="5066001" cy="1475177"/>
          </a:xfrm>
        </p:spPr>
        <p:txBody>
          <a:bodyPr anchor="b"/>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29C75C4-E533-BE48-B528-D1A278BC39A3}"/>
              </a:ext>
            </a:extLst>
          </p:cNvPr>
          <p:cNvSpPr>
            <a:spLocks noGrp="1"/>
          </p:cNvSpPr>
          <p:nvPr>
            <p:ph type="dt" sz="half" idx="10"/>
          </p:nvPr>
        </p:nvSpPr>
        <p:spPr>
          <a:xfrm>
            <a:off x="566928" y="457200"/>
            <a:ext cx="3608205" cy="365125"/>
          </a:xfrm>
        </p:spPr>
        <p:txBody>
          <a:bodyPr/>
          <a:lstStyle>
            <a:lvl1pPr algn="l">
              <a:defRPr/>
            </a:lvl1pPr>
          </a:lstStyle>
          <a:p>
            <a:pPr algn="l"/>
            <a:fld id="{0C6503D0-935E-4B09-B07D-8FE3859EF6BB}" type="datetime1">
              <a:rPr lang="en-US" smtClean="0"/>
              <a:t>2/24/2026</a:t>
            </a:fld>
            <a:endParaRPr lang="en-US" dirty="0"/>
          </a:p>
        </p:txBody>
      </p:sp>
      <p:sp>
        <p:nvSpPr>
          <p:cNvPr id="5" name="Footer Placeholder 4">
            <a:extLst>
              <a:ext uri="{FF2B5EF4-FFF2-40B4-BE49-F238E27FC236}">
                <a16:creationId xmlns:a16="http://schemas.microsoft.com/office/drawing/2014/main" id="{8F09BA8A-EF83-434D-A90E-0805D1104A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FCFDDE0-90B9-AD4E-B0EB-E7464FA9CDF2}"/>
              </a:ext>
            </a:extLst>
          </p:cNvPr>
          <p:cNvSpPr>
            <a:spLocks noGrp="1"/>
          </p:cNvSpPr>
          <p:nvPr>
            <p:ph type="sldNum" sz="quarter" idx="12"/>
          </p:nvPr>
        </p:nvSpPr>
        <p:spPr>
          <a:xfrm>
            <a:off x="4817335" y="6141085"/>
            <a:ext cx="813816" cy="365125"/>
          </a:xfrm>
        </p:spPr>
        <p:txBody>
          <a:bodyPr/>
          <a:lstStyle/>
          <a:p>
            <a:fld id="{49ABCAEC-7D34-E549-A96E-FCEDAADBE4B0}" type="slidenum">
              <a:rPr lang="en-US" smtClean="0"/>
              <a:t>‹#›</a:t>
            </a:fld>
            <a:endParaRPr lang="en-US" dirty="0"/>
          </a:p>
        </p:txBody>
      </p:sp>
      <p:cxnSp>
        <p:nvCxnSpPr>
          <p:cNvPr id="7" name="Straight Connector 6">
            <a:extLst>
              <a:ext uri="{FF2B5EF4-FFF2-40B4-BE49-F238E27FC236}">
                <a16:creationId xmlns:a16="http://schemas.microsoft.com/office/drawing/2014/main" id="{D33A3282-0389-C547-8CA6-7F3E7F27B34D}"/>
              </a:ext>
            </a:extLst>
          </p:cNvPr>
          <p:cNvCxnSpPr>
            <a:cxnSpLocks/>
          </p:cNvCxnSpPr>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30543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F0CAFDA3-320A-C24D-A7A1-20C1267EC987}"/>
              </a:ext>
            </a:extLst>
          </p:cNvPr>
          <p:cNvGrpSpPr/>
          <p:nvPr/>
        </p:nvGrpSpPr>
        <p:grpSpPr>
          <a:xfrm>
            <a:off x="8928528" y="0"/>
            <a:ext cx="3263472" cy="6858000"/>
            <a:chOff x="8928528" y="0"/>
            <a:chExt cx="3263472" cy="6858000"/>
          </a:xfrm>
        </p:grpSpPr>
        <p:sp>
          <p:nvSpPr>
            <p:cNvPr id="23" name="Oval 22">
              <a:extLst>
                <a:ext uri="{FF2B5EF4-FFF2-40B4-BE49-F238E27FC236}">
                  <a16:creationId xmlns:a16="http://schemas.microsoft.com/office/drawing/2014/main" id="{D2411669-6E2C-2243-99CD-6BC9D724FA1F}"/>
                </a:ext>
              </a:extLst>
            </p:cNvPr>
            <p:cNvSpPr/>
            <p:nvPr/>
          </p:nvSpPr>
          <p:spPr>
            <a:xfrm>
              <a:off x="8928528"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23">
              <a:extLst>
                <a:ext uri="{FF2B5EF4-FFF2-40B4-BE49-F238E27FC236}">
                  <a16:creationId xmlns:a16="http://schemas.microsoft.com/office/drawing/2014/main" id="{C4E0C522-0F40-ED44-A700-F1BCD1CF74F5}"/>
                </a:ext>
              </a:extLst>
            </p:cNvPr>
            <p:cNvSpPr/>
            <p:nvPr/>
          </p:nvSpPr>
          <p:spPr>
            <a:xfrm>
              <a:off x="8928528" y="0"/>
              <a:ext cx="1130724" cy="565573"/>
            </a:xfrm>
            <a:custGeom>
              <a:avLst/>
              <a:gdLst>
                <a:gd name="connsiteX0" fmla="*/ 22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2"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24">
              <a:extLst>
                <a:ext uri="{FF2B5EF4-FFF2-40B4-BE49-F238E27FC236}">
                  <a16:creationId xmlns:a16="http://schemas.microsoft.com/office/drawing/2014/main" id="{B79B4380-CBEC-C341-A10E-5EF9A8597959}"/>
                </a:ext>
              </a:extLst>
            </p:cNvPr>
            <p:cNvSpPr/>
            <p:nvPr/>
          </p:nvSpPr>
          <p:spPr>
            <a:xfrm>
              <a:off x="10291391" y="6292417"/>
              <a:ext cx="1130724" cy="565583"/>
            </a:xfrm>
            <a:custGeom>
              <a:avLst/>
              <a:gdLst>
                <a:gd name="connsiteX0" fmla="*/ 565362 w 1130724"/>
                <a:gd name="connsiteY0" fmla="*/ 0 h 565583"/>
                <a:gd name="connsiteX1" fmla="*/ 1130724 w 1130724"/>
                <a:gd name="connsiteY1" fmla="*/ 565362 h 565583"/>
                <a:gd name="connsiteX2" fmla="*/ 1130702 w 1130724"/>
                <a:gd name="connsiteY2" fmla="*/ 565583 h 565583"/>
                <a:gd name="connsiteX3" fmla="*/ 22 w 1130724"/>
                <a:gd name="connsiteY3" fmla="*/ 565583 h 565583"/>
                <a:gd name="connsiteX4" fmla="*/ 0 w 1130724"/>
                <a:gd name="connsiteY4" fmla="*/ 565362 h 565583"/>
                <a:gd name="connsiteX5" fmla="*/ 565362 w 1130724"/>
                <a:gd name="connsiteY5" fmla="*/ 0 h 565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83">
                  <a:moveTo>
                    <a:pt x="565362" y="0"/>
                  </a:moveTo>
                  <a:cubicBezTo>
                    <a:pt x="877603" y="0"/>
                    <a:pt x="1130724" y="253121"/>
                    <a:pt x="1130724" y="565362"/>
                  </a:cubicBezTo>
                  <a:lnTo>
                    <a:pt x="1130702" y="565583"/>
                  </a:lnTo>
                  <a:lnTo>
                    <a:pt x="22" y="565583"/>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Oval 25">
              <a:extLst>
                <a:ext uri="{FF2B5EF4-FFF2-40B4-BE49-F238E27FC236}">
                  <a16:creationId xmlns:a16="http://schemas.microsoft.com/office/drawing/2014/main" id="{F04AD70E-5490-4C4E-A05D-D67949C51A74}"/>
                </a:ext>
              </a:extLst>
            </p:cNvPr>
            <p:cNvSpPr/>
            <p:nvPr/>
          </p:nvSpPr>
          <p:spPr>
            <a:xfrm>
              <a:off x="10291392" y="354939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128A8883-9F24-0047-92B7-45B3D2E7D9C0}"/>
                </a:ext>
              </a:extLst>
            </p:cNvPr>
            <p:cNvSpPr/>
            <p:nvPr/>
          </p:nvSpPr>
          <p:spPr>
            <a:xfrm>
              <a:off x="10291392" y="2177876"/>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AAC3A3BB-FD2C-FB44-9478-FA87EF229D37}"/>
                </a:ext>
              </a:extLst>
            </p:cNvPr>
            <p:cNvSpPr/>
            <p:nvPr/>
          </p:nvSpPr>
          <p:spPr>
            <a:xfrm>
              <a:off x="10291392" y="806363"/>
              <a:ext cx="1130724" cy="113072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28">
              <a:extLst>
                <a:ext uri="{FF2B5EF4-FFF2-40B4-BE49-F238E27FC236}">
                  <a16:creationId xmlns:a16="http://schemas.microsoft.com/office/drawing/2014/main" id="{BF46B3B1-E981-BB40-B916-51A6D3851969}"/>
                </a:ext>
              </a:extLst>
            </p:cNvPr>
            <p:cNvSpPr/>
            <p:nvPr/>
          </p:nvSpPr>
          <p:spPr>
            <a:xfrm>
              <a:off x="10291392"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29">
              <a:extLst>
                <a:ext uri="{FF2B5EF4-FFF2-40B4-BE49-F238E27FC236}">
                  <a16:creationId xmlns:a16="http://schemas.microsoft.com/office/drawing/2014/main" id="{EA7DAE92-7D6B-B042-83BE-047C8EC322A0}"/>
                </a:ext>
              </a:extLst>
            </p:cNvPr>
            <p:cNvSpPr/>
            <p:nvPr/>
          </p:nvSpPr>
          <p:spPr>
            <a:xfrm>
              <a:off x="11654256" y="6295201"/>
              <a:ext cx="537744" cy="562799"/>
            </a:xfrm>
            <a:custGeom>
              <a:avLst/>
              <a:gdLst>
                <a:gd name="connsiteX0" fmla="*/ 537744 w 537744"/>
                <a:gd name="connsiteY0" fmla="*/ 0 h 562799"/>
                <a:gd name="connsiteX1" fmla="*/ 537744 w 537744"/>
                <a:gd name="connsiteY1" fmla="*/ 562799 h 562799"/>
                <a:gd name="connsiteX2" fmla="*/ 22 w 537744"/>
                <a:gd name="connsiteY2" fmla="*/ 562799 h 562799"/>
                <a:gd name="connsiteX3" fmla="*/ 0 w 537744"/>
                <a:gd name="connsiteY3" fmla="*/ 562578 h 562799"/>
                <a:gd name="connsiteX4" fmla="*/ 451422 w 537744"/>
                <a:gd name="connsiteY4" fmla="*/ 8702 h 562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99">
                  <a:moveTo>
                    <a:pt x="537744" y="0"/>
                  </a:moveTo>
                  <a:lnTo>
                    <a:pt x="537744" y="562799"/>
                  </a:lnTo>
                  <a:lnTo>
                    <a:pt x="22" y="562799"/>
                  </a:lnTo>
                  <a:lnTo>
                    <a:pt x="0" y="562578"/>
                  </a:ln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30">
              <a:extLst>
                <a:ext uri="{FF2B5EF4-FFF2-40B4-BE49-F238E27FC236}">
                  <a16:creationId xmlns:a16="http://schemas.microsoft.com/office/drawing/2014/main" id="{06AADCE6-4277-EA49-AF23-63B53CA6772A}"/>
                </a:ext>
              </a:extLst>
            </p:cNvPr>
            <p:cNvSpPr/>
            <p:nvPr/>
          </p:nvSpPr>
          <p:spPr>
            <a:xfrm>
              <a:off x="11654256" y="4923687"/>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31">
              <a:extLst>
                <a:ext uri="{FF2B5EF4-FFF2-40B4-BE49-F238E27FC236}">
                  <a16:creationId xmlns:a16="http://schemas.microsoft.com/office/drawing/2014/main" id="{58CEA343-047B-DF4E-A7A8-881C7740EA36}"/>
                </a:ext>
              </a:extLst>
            </p:cNvPr>
            <p:cNvSpPr/>
            <p:nvPr/>
          </p:nvSpPr>
          <p:spPr>
            <a:xfrm>
              <a:off x="11654256" y="3552173"/>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32">
              <a:extLst>
                <a:ext uri="{FF2B5EF4-FFF2-40B4-BE49-F238E27FC236}">
                  <a16:creationId xmlns:a16="http://schemas.microsoft.com/office/drawing/2014/main" id="{FCCBAA07-17CE-2740-AA04-AEDA5EAD2796}"/>
                </a:ext>
              </a:extLst>
            </p:cNvPr>
            <p:cNvSpPr/>
            <p:nvPr/>
          </p:nvSpPr>
          <p:spPr>
            <a:xfrm>
              <a:off x="11654256" y="2180659"/>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33">
              <a:extLst>
                <a:ext uri="{FF2B5EF4-FFF2-40B4-BE49-F238E27FC236}">
                  <a16:creationId xmlns:a16="http://schemas.microsoft.com/office/drawing/2014/main" id="{BF15C430-7951-6040-BD4C-4E996E94480E}"/>
                </a:ext>
              </a:extLst>
            </p:cNvPr>
            <p:cNvSpPr/>
            <p:nvPr/>
          </p:nvSpPr>
          <p:spPr>
            <a:xfrm>
              <a:off x="11654256" y="809146"/>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Freeform 34">
              <a:extLst>
                <a:ext uri="{FF2B5EF4-FFF2-40B4-BE49-F238E27FC236}">
                  <a16:creationId xmlns:a16="http://schemas.microsoft.com/office/drawing/2014/main" id="{0B3467F9-370D-5C4C-9EDE-E0CA0E401568}"/>
                </a:ext>
              </a:extLst>
            </p:cNvPr>
            <p:cNvSpPr/>
            <p:nvPr/>
          </p:nvSpPr>
          <p:spPr>
            <a:xfrm>
              <a:off x="11654256" y="0"/>
              <a:ext cx="537744" cy="562788"/>
            </a:xfrm>
            <a:custGeom>
              <a:avLst/>
              <a:gdLst>
                <a:gd name="connsiteX0" fmla="*/ 21 w 537744"/>
                <a:gd name="connsiteY0" fmla="*/ 0 h 562788"/>
                <a:gd name="connsiteX1" fmla="*/ 537744 w 537744"/>
                <a:gd name="connsiteY1" fmla="*/ 0 h 562788"/>
                <a:gd name="connsiteX2" fmla="*/ 537744 w 537744"/>
                <a:gd name="connsiteY2" fmla="*/ 562788 h 562788"/>
                <a:gd name="connsiteX3" fmla="*/ 451422 w 537744"/>
                <a:gd name="connsiteY3" fmla="*/ 554086 h 562788"/>
                <a:gd name="connsiteX4" fmla="*/ 0 w 537744"/>
                <a:gd name="connsiteY4" fmla="*/ 211 h 562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88">
                  <a:moveTo>
                    <a:pt x="21" y="0"/>
                  </a:moveTo>
                  <a:lnTo>
                    <a:pt x="537744" y="0"/>
                  </a:lnTo>
                  <a:lnTo>
                    <a:pt x="537744" y="562788"/>
                  </a:lnTo>
                  <a:lnTo>
                    <a:pt x="451422" y="554086"/>
                  </a:lnTo>
                  <a:cubicBezTo>
                    <a:pt x="193796" y="501368"/>
                    <a:pt x="0" y="273421"/>
                    <a:pt x="0" y="21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B652A1E4-52BA-534C-AECC-35C3CF44F861}"/>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8315675-65B4-E14F-9785-663A83B7B6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676A1E-2332-684F-BDD2-687C166BDEC0}"/>
              </a:ext>
            </a:extLst>
          </p:cNvPr>
          <p:cNvSpPr>
            <a:spLocks noGrp="1"/>
          </p:cNvSpPr>
          <p:nvPr>
            <p:ph type="dt" sz="half" idx="10"/>
          </p:nvPr>
        </p:nvSpPr>
        <p:spPr/>
        <p:txBody>
          <a:bodyPr/>
          <a:lstStyle/>
          <a:p>
            <a:fld id="{CDE6A722-606B-4FCA-9C7E-490C35CCD742}" type="datetime1">
              <a:rPr lang="en-US" smtClean="0"/>
              <a:t>2/24/2026</a:t>
            </a:fld>
            <a:endParaRPr lang="en-US" dirty="0"/>
          </a:p>
        </p:txBody>
      </p:sp>
      <p:sp>
        <p:nvSpPr>
          <p:cNvPr id="5" name="Footer Placeholder 4">
            <a:extLst>
              <a:ext uri="{FF2B5EF4-FFF2-40B4-BE49-F238E27FC236}">
                <a16:creationId xmlns:a16="http://schemas.microsoft.com/office/drawing/2014/main" id="{22BB8CB0-B7BE-7D4F-B254-8A2F8AEC273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3E5A569-A063-8E40-B703-82B11D2A988A}"/>
              </a:ext>
            </a:extLst>
          </p:cNvPr>
          <p:cNvSpPr>
            <a:spLocks noGrp="1"/>
          </p:cNvSpPr>
          <p:nvPr>
            <p:ph type="sldNum" sz="quarter" idx="12"/>
          </p:nvPr>
        </p:nvSpPr>
        <p:spPr>
          <a:xfrm>
            <a:off x="7087169" y="6141085"/>
            <a:ext cx="813816" cy="365125"/>
          </a:xfrm>
        </p:spPr>
        <p:txBody>
          <a:bodyPr/>
          <a:lstStyle/>
          <a:p>
            <a:fld id="{49ABCAEC-7D34-E549-A96E-FCEDAADBE4B0}" type="slidenum">
              <a:rPr lang="en-US" smtClean="0"/>
              <a:t>‹#›</a:t>
            </a:fld>
            <a:endParaRPr lang="en-US"/>
          </a:p>
        </p:txBody>
      </p:sp>
      <p:cxnSp>
        <p:nvCxnSpPr>
          <p:cNvPr id="7" name="Straight Connector 6">
            <a:extLst>
              <a:ext uri="{FF2B5EF4-FFF2-40B4-BE49-F238E27FC236}">
                <a16:creationId xmlns:a16="http://schemas.microsoft.com/office/drawing/2014/main" id="{8231D73A-BA91-794F-8C09-4F4B41A6D08B}"/>
              </a:ext>
            </a:extLst>
          </p:cNvPr>
          <p:cNvCxnSpPr>
            <a:cxnSpLocks/>
          </p:cNvCxnSpPr>
          <p:nvPr/>
        </p:nvCxnSpPr>
        <p:spPr>
          <a:xfrm>
            <a:off x="565150" y="6087110"/>
            <a:ext cx="7335835"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22898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39" name="Group 38">
            <a:extLst>
              <a:ext uri="{FF2B5EF4-FFF2-40B4-BE49-F238E27FC236}">
                <a16:creationId xmlns:a16="http://schemas.microsoft.com/office/drawing/2014/main" id="{3ABDDED5-B489-454D-A72D-46C9473AB018}"/>
              </a:ext>
            </a:extLst>
          </p:cNvPr>
          <p:cNvGrpSpPr/>
          <p:nvPr/>
        </p:nvGrpSpPr>
        <p:grpSpPr>
          <a:xfrm>
            <a:off x="6201388" y="0"/>
            <a:ext cx="5990612" cy="6858001"/>
            <a:chOff x="6201388" y="0"/>
            <a:chExt cx="5990612" cy="6858001"/>
          </a:xfrm>
        </p:grpSpPr>
        <p:sp>
          <p:nvSpPr>
            <p:cNvPr id="40" name="Oval 39">
              <a:extLst>
                <a:ext uri="{FF2B5EF4-FFF2-40B4-BE49-F238E27FC236}">
                  <a16:creationId xmlns:a16="http://schemas.microsoft.com/office/drawing/2014/main" id="{E6338A9A-49A1-B04D-B479-43604A5CD6D5}"/>
                </a:ext>
              </a:extLst>
            </p:cNvPr>
            <p:cNvSpPr/>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40">
              <a:extLst>
                <a:ext uri="{FF2B5EF4-FFF2-40B4-BE49-F238E27FC236}">
                  <a16:creationId xmlns:a16="http://schemas.microsoft.com/office/drawing/2014/main" id="{3151B6D8-101B-F34D-992A-1668DB5D0067}"/>
                </a:ext>
              </a:extLst>
            </p:cNvPr>
            <p:cNvSpPr/>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41">
              <a:extLst>
                <a:ext uri="{FF2B5EF4-FFF2-40B4-BE49-F238E27FC236}">
                  <a16:creationId xmlns:a16="http://schemas.microsoft.com/office/drawing/2014/main" id="{21D4DE71-EB1A-E74C-9364-5FEC5377F4EF}"/>
                </a:ext>
              </a:extLst>
            </p:cNvPr>
            <p:cNvSpPr/>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Oval 42">
              <a:extLst>
                <a:ext uri="{FF2B5EF4-FFF2-40B4-BE49-F238E27FC236}">
                  <a16:creationId xmlns:a16="http://schemas.microsoft.com/office/drawing/2014/main" id="{BD99A5CD-9D3A-DA46-AD96-34B9DB522051}"/>
                </a:ext>
              </a:extLst>
            </p:cNvPr>
            <p:cNvSpPr/>
            <p:nvPr/>
          </p:nvSpPr>
          <p:spPr>
            <a:xfrm>
              <a:off x="7564253"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E6537DF9-74F2-924C-9B63-22B100C80C92}"/>
                </a:ext>
              </a:extLst>
            </p:cNvPr>
            <p:cNvSpPr/>
            <p:nvPr/>
          </p:nvSpPr>
          <p:spPr>
            <a:xfrm>
              <a:off x="7564253" y="217788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D7655457-8E4D-F34C-A595-66A45E9C3A1F}"/>
                </a:ext>
              </a:extLst>
            </p:cNvPr>
            <p:cNvSpPr/>
            <p:nvPr/>
          </p:nvSpPr>
          <p:spPr>
            <a:xfrm>
              <a:off x="7564253" y="80636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45">
              <a:extLst>
                <a:ext uri="{FF2B5EF4-FFF2-40B4-BE49-F238E27FC236}">
                  <a16:creationId xmlns:a16="http://schemas.microsoft.com/office/drawing/2014/main" id="{FB0E8D2C-8947-E44C-BC5F-F81B083DAA3E}"/>
                </a:ext>
              </a:extLst>
            </p:cNvPr>
            <p:cNvSpPr/>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7" name="Freeform 46">
              <a:extLst>
                <a:ext uri="{FF2B5EF4-FFF2-40B4-BE49-F238E27FC236}">
                  <a16:creationId xmlns:a16="http://schemas.microsoft.com/office/drawing/2014/main" id="{ED57F45D-85B8-AC49-A2BA-E941F1BE7F15}"/>
                </a:ext>
              </a:extLst>
            </p:cNvPr>
            <p:cNvSpPr/>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8" name="Oval 47">
              <a:extLst>
                <a:ext uri="{FF2B5EF4-FFF2-40B4-BE49-F238E27FC236}">
                  <a16:creationId xmlns:a16="http://schemas.microsoft.com/office/drawing/2014/main" id="{DA576359-CAE3-634C-8DF8-A834BCD7D668}"/>
                </a:ext>
              </a:extLst>
            </p:cNvPr>
            <p:cNvSpPr/>
            <p:nvPr/>
          </p:nvSpPr>
          <p:spPr>
            <a:xfrm>
              <a:off x="8927118" y="492091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16343F35-6601-BD4A-B9A5-25361D0453D2}"/>
                </a:ext>
              </a:extLst>
            </p:cNvPr>
            <p:cNvSpPr/>
            <p:nvPr/>
          </p:nvSpPr>
          <p:spPr>
            <a:xfrm>
              <a:off x="8927118" y="354939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5ED1C169-DCD9-9C4B-91B1-519621155A64}"/>
                </a:ext>
              </a:extLst>
            </p:cNvPr>
            <p:cNvSpPr/>
            <p:nvPr/>
          </p:nvSpPr>
          <p:spPr>
            <a:xfrm>
              <a:off x="8927118" y="217788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32328AC7-E0BC-0E46-A25B-11D523EC8100}"/>
                </a:ext>
              </a:extLst>
            </p:cNvPr>
            <p:cNvSpPr/>
            <p:nvPr/>
          </p:nvSpPr>
          <p:spPr>
            <a:xfrm>
              <a:off x="8927118"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reeform 51">
              <a:extLst>
                <a:ext uri="{FF2B5EF4-FFF2-40B4-BE49-F238E27FC236}">
                  <a16:creationId xmlns:a16="http://schemas.microsoft.com/office/drawing/2014/main" id="{32BBE02A-588F-6C4D-B310-694098C6A340}"/>
                </a:ext>
              </a:extLst>
            </p:cNvPr>
            <p:cNvSpPr/>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3" name="Freeform 52">
              <a:extLst>
                <a:ext uri="{FF2B5EF4-FFF2-40B4-BE49-F238E27FC236}">
                  <a16:creationId xmlns:a16="http://schemas.microsoft.com/office/drawing/2014/main" id="{6751D5A0-C90A-0A44-8654-CFE1B719B353}"/>
                </a:ext>
              </a:extLst>
            </p:cNvPr>
            <p:cNvSpPr/>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4" name="Oval 53">
              <a:extLst>
                <a:ext uri="{FF2B5EF4-FFF2-40B4-BE49-F238E27FC236}">
                  <a16:creationId xmlns:a16="http://schemas.microsoft.com/office/drawing/2014/main" id="{0F0FA086-0D80-B74A-9B37-5EACDE30D61F}"/>
                </a:ext>
              </a:extLst>
            </p:cNvPr>
            <p:cNvSpPr/>
            <p:nvPr/>
          </p:nvSpPr>
          <p:spPr>
            <a:xfrm>
              <a:off x="10289984" y="492091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7022E302-2A55-8844-A50B-DC16D075E16B}"/>
                </a:ext>
              </a:extLst>
            </p:cNvPr>
            <p:cNvSpPr/>
            <p:nvPr/>
          </p:nvSpPr>
          <p:spPr>
            <a:xfrm>
              <a:off x="10289984"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F4B325F5-A048-2843-A40B-3B2B31ECED76}"/>
                </a:ext>
              </a:extLst>
            </p:cNvPr>
            <p:cNvSpPr/>
            <p:nvPr/>
          </p:nvSpPr>
          <p:spPr>
            <a:xfrm>
              <a:off x="10289984"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Freeform 56">
              <a:extLst>
                <a:ext uri="{FF2B5EF4-FFF2-40B4-BE49-F238E27FC236}">
                  <a16:creationId xmlns:a16="http://schemas.microsoft.com/office/drawing/2014/main" id="{7707B616-7E85-5442-B46B-AF9426A7A0E9}"/>
                </a:ext>
              </a:extLst>
            </p:cNvPr>
            <p:cNvSpPr/>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8" name="Freeform 57">
              <a:extLst>
                <a:ext uri="{FF2B5EF4-FFF2-40B4-BE49-F238E27FC236}">
                  <a16:creationId xmlns:a16="http://schemas.microsoft.com/office/drawing/2014/main" id="{08914A00-D181-5847-A150-77CE67F94369}"/>
                </a:ext>
              </a:extLst>
            </p:cNvPr>
            <p:cNvSpPr/>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Freeform 58">
              <a:extLst>
                <a:ext uri="{FF2B5EF4-FFF2-40B4-BE49-F238E27FC236}">
                  <a16:creationId xmlns:a16="http://schemas.microsoft.com/office/drawing/2014/main" id="{DAF2D976-5F49-2848-B465-C85708A6D706}"/>
                </a:ext>
              </a:extLst>
            </p:cNvPr>
            <p:cNvSpPr/>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0" name="Freeform 59">
              <a:extLst>
                <a:ext uri="{FF2B5EF4-FFF2-40B4-BE49-F238E27FC236}">
                  <a16:creationId xmlns:a16="http://schemas.microsoft.com/office/drawing/2014/main" id="{5E333474-B850-354C-A2E2-01735C948D47}"/>
                </a:ext>
              </a:extLst>
            </p:cNvPr>
            <p:cNvSpPr/>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1" name="Freeform 60">
              <a:extLst>
                <a:ext uri="{FF2B5EF4-FFF2-40B4-BE49-F238E27FC236}">
                  <a16:creationId xmlns:a16="http://schemas.microsoft.com/office/drawing/2014/main" id="{BC25646C-71B3-4A44-A4FE-C3CABE5580BB}"/>
                </a:ext>
              </a:extLst>
            </p:cNvPr>
            <p:cNvSpPr/>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 name="Freeform 61">
              <a:extLst>
                <a:ext uri="{FF2B5EF4-FFF2-40B4-BE49-F238E27FC236}">
                  <a16:creationId xmlns:a16="http://schemas.microsoft.com/office/drawing/2014/main" id="{B598CFE9-67EE-E342-9EF7-F40A1E0BE59E}"/>
                </a:ext>
              </a:extLst>
            </p:cNvPr>
            <p:cNvSpPr/>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3" name="Freeform 62">
              <a:extLst>
                <a:ext uri="{FF2B5EF4-FFF2-40B4-BE49-F238E27FC236}">
                  <a16:creationId xmlns:a16="http://schemas.microsoft.com/office/drawing/2014/main" id="{1E29AD13-94FE-1349-A28E-10F6E780F510}"/>
                </a:ext>
              </a:extLst>
            </p:cNvPr>
            <p:cNvSpPr/>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B650648E-B4D5-4145-84E7-46B5793EA68B}"/>
              </a:ext>
            </a:extLst>
          </p:cNvPr>
          <p:cNvSpPr>
            <a:spLocks noGrp="1"/>
          </p:cNvSpPr>
          <p:nvPr>
            <p:ph type="title"/>
          </p:nvPr>
        </p:nvSpPr>
        <p:spPr>
          <a:xfrm>
            <a:off x="565150" y="768351"/>
            <a:ext cx="5066001" cy="2334768"/>
          </a:xfrm>
        </p:spPr>
        <p:txBody>
          <a:bodyPr anchor="t"/>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E3B92A6-7558-3148-B855-5BC58B4159C5}"/>
              </a:ext>
            </a:extLst>
          </p:cNvPr>
          <p:cNvSpPr>
            <a:spLocks noGrp="1"/>
          </p:cNvSpPr>
          <p:nvPr>
            <p:ph type="body" idx="1"/>
          </p:nvPr>
        </p:nvSpPr>
        <p:spPr>
          <a:xfrm>
            <a:off x="565150" y="4255453"/>
            <a:ext cx="5066001" cy="1500187"/>
          </a:xfrm>
        </p:spPr>
        <p:txBody>
          <a:bodyPr anchor="b"/>
          <a:lstStyle>
            <a:lvl1pPr marL="0" indent="0">
              <a:buNone/>
              <a:defRPr sz="2400">
                <a:solidFill>
                  <a:schemeClr val="bg1">
                    <a:lumMod val="6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43A0B541-D211-974B-97FE-C1F9473ABE9D}"/>
              </a:ext>
            </a:extLst>
          </p:cNvPr>
          <p:cNvSpPr>
            <a:spLocks noGrp="1"/>
          </p:cNvSpPr>
          <p:nvPr>
            <p:ph type="dt" sz="half" idx="10"/>
          </p:nvPr>
        </p:nvSpPr>
        <p:spPr/>
        <p:txBody>
          <a:bodyPr/>
          <a:lstStyle/>
          <a:p>
            <a:fld id="{AE47623D-C2F7-4D4B-BCDF-63EC0089DFB0}" type="datetime1">
              <a:rPr lang="en-US" smtClean="0"/>
              <a:t>2/24/2026</a:t>
            </a:fld>
            <a:endParaRPr lang="en-US" dirty="0"/>
          </a:p>
        </p:txBody>
      </p:sp>
      <p:sp>
        <p:nvSpPr>
          <p:cNvPr id="5" name="Footer Placeholder 4">
            <a:extLst>
              <a:ext uri="{FF2B5EF4-FFF2-40B4-BE49-F238E27FC236}">
                <a16:creationId xmlns:a16="http://schemas.microsoft.com/office/drawing/2014/main" id="{A1727FB0-D95A-D543-8E29-6E5F22B491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89C4404-F49D-9F48-A10B-1F60870B4450}"/>
              </a:ext>
            </a:extLst>
          </p:cNvPr>
          <p:cNvSpPr>
            <a:spLocks noGrp="1"/>
          </p:cNvSpPr>
          <p:nvPr>
            <p:ph type="sldNum" sz="quarter" idx="12"/>
          </p:nvPr>
        </p:nvSpPr>
        <p:spPr>
          <a:xfrm>
            <a:off x="4817335" y="6141085"/>
            <a:ext cx="813816" cy="365125"/>
          </a:xfrm>
        </p:spPr>
        <p:txBody>
          <a:bodyPr/>
          <a:lstStyle/>
          <a:p>
            <a:fld id="{49ABCAEC-7D34-E549-A96E-FCEDAADBE4B0}" type="slidenum">
              <a:rPr lang="en-US" smtClean="0"/>
              <a:t>‹#›</a:t>
            </a:fld>
            <a:endParaRPr lang="en-US" dirty="0"/>
          </a:p>
        </p:txBody>
      </p:sp>
      <p:cxnSp>
        <p:nvCxnSpPr>
          <p:cNvPr id="7" name="Straight Connector 6">
            <a:extLst>
              <a:ext uri="{FF2B5EF4-FFF2-40B4-BE49-F238E27FC236}">
                <a16:creationId xmlns:a16="http://schemas.microsoft.com/office/drawing/2014/main" id="{2D6A1FD1-D82F-3141-8687-8D7C0631C215}"/>
              </a:ext>
            </a:extLst>
          </p:cNvPr>
          <p:cNvCxnSpPr>
            <a:cxnSpLocks/>
          </p:cNvCxnSpPr>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41752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442ECFEB-12CF-4C4F-BC8A-5816C27CA565}"/>
              </a:ext>
            </a:extLst>
          </p:cNvPr>
          <p:cNvGrpSpPr/>
          <p:nvPr/>
        </p:nvGrpSpPr>
        <p:grpSpPr>
          <a:xfrm>
            <a:off x="10290315" y="0"/>
            <a:ext cx="1901686" cy="6858000"/>
            <a:chOff x="10290315" y="0"/>
            <a:chExt cx="1901686" cy="6858000"/>
          </a:xfrm>
        </p:grpSpPr>
        <p:sp>
          <p:nvSpPr>
            <p:cNvPr id="18" name="Oval 17">
              <a:extLst>
                <a:ext uri="{FF2B5EF4-FFF2-40B4-BE49-F238E27FC236}">
                  <a16:creationId xmlns:a16="http://schemas.microsoft.com/office/drawing/2014/main" id="{626C9482-2804-144B-88B2-0AF191BD757D}"/>
                </a:ext>
              </a:extLst>
            </p:cNvPr>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18">
              <a:extLst>
                <a:ext uri="{FF2B5EF4-FFF2-40B4-BE49-F238E27FC236}">
                  <a16:creationId xmlns:a16="http://schemas.microsoft.com/office/drawing/2014/main" id="{71363F79-96BD-9240-86E2-DF26C9C2437D}"/>
                </a:ext>
              </a:extLst>
            </p:cNvPr>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a:extLst>
                <a:ext uri="{FF2B5EF4-FFF2-40B4-BE49-F238E27FC236}">
                  <a16:creationId xmlns:a16="http://schemas.microsoft.com/office/drawing/2014/main" id="{153F0BF1-DA57-1D49-82F0-802F4D385A85}"/>
                </a:ext>
              </a:extLst>
            </p:cNvPr>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a:extLst>
                <a:ext uri="{FF2B5EF4-FFF2-40B4-BE49-F238E27FC236}">
                  <a16:creationId xmlns:a16="http://schemas.microsoft.com/office/drawing/2014/main" id="{8CD42A1B-A03A-C946-8A2A-CE437EA433FD}"/>
                </a:ext>
              </a:extLst>
            </p:cNvPr>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a:extLst>
                <a:ext uri="{FF2B5EF4-FFF2-40B4-BE49-F238E27FC236}">
                  <a16:creationId xmlns:a16="http://schemas.microsoft.com/office/drawing/2014/main" id="{5591FE00-3AAF-9B4B-8107-E94D50828227}"/>
                </a:ext>
              </a:extLst>
            </p:cNvPr>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a:extLst>
                <a:ext uri="{FF2B5EF4-FFF2-40B4-BE49-F238E27FC236}">
                  <a16:creationId xmlns:a16="http://schemas.microsoft.com/office/drawing/2014/main" id="{149E92E9-89A7-4842-B271-411C7DF75D2D}"/>
                </a:ext>
              </a:extLst>
            </p:cNvPr>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23">
              <a:extLst>
                <a:ext uri="{FF2B5EF4-FFF2-40B4-BE49-F238E27FC236}">
                  <a16:creationId xmlns:a16="http://schemas.microsoft.com/office/drawing/2014/main" id="{4DC29C99-0841-9F46-AB1A-E9751DFE4487}"/>
                </a:ext>
              </a:extLst>
            </p:cNvPr>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EE0AB684-BDA8-014B-8DCC-125F8B8DCEE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2540E05-0F5F-6243-AD57-66BFC33ADBAC}"/>
              </a:ext>
            </a:extLst>
          </p:cNvPr>
          <p:cNvSpPr>
            <a:spLocks noGrp="1"/>
          </p:cNvSpPr>
          <p:nvPr>
            <p:ph sz="half" idx="1"/>
          </p:nvPr>
        </p:nvSpPr>
        <p:spPr>
          <a:xfrm>
            <a:off x="562851" y="2365755"/>
            <a:ext cx="5239512" cy="33954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170B3A4-11FE-D94C-9B93-255E36231064}"/>
              </a:ext>
            </a:extLst>
          </p:cNvPr>
          <p:cNvSpPr>
            <a:spLocks noGrp="1"/>
          </p:cNvSpPr>
          <p:nvPr>
            <p:ph sz="half" idx="2"/>
          </p:nvPr>
        </p:nvSpPr>
        <p:spPr>
          <a:xfrm>
            <a:off x="6389638" y="2365755"/>
            <a:ext cx="5239512" cy="33954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D67BEEAF-F881-6E48-84AF-E5CEEF1C7167}"/>
              </a:ext>
            </a:extLst>
          </p:cNvPr>
          <p:cNvSpPr>
            <a:spLocks noGrp="1"/>
          </p:cNvSpPr>
          <p:nvPr>
            <p:ph type="dt" sz="half" idx="10"/>
          </p:nvPr>
        </p:nvSpPr>
        <p:spPr/>
        <p:txBody>
          <a:bodyPr/>
          <a:lstStyle/>
          <a:p>
            <a:fld id="{A77ADE91-3E3F-4B1C-87E9-DCB1B6EA3681}" type="datetime1">
              <a:rPr lang="en-US" smtClean="0"/>
              <a:t>2/24/2026</a:t>
            </a:fld>
            <a:endParaRPr lang="en-US" dirty="0"/>
          </a:p>
        </p:txBody>
      </p:sp>
      <p:sp>
        <p:nvSpPr>
          <p:cNvPr id="6" name="Footer Placeholder 5">
            <a:extLst>
              <a:ext uri="{FF2B5EF4-FFF2-40B4-BE49-F238E27FC236}">
                <a16:creationId xmlns:a16="http://schemas.microsoft.com/office/drawing/2014/main" id="{9C472753-1CC3-9244-9AF0-6927018A64F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4DD55D0-FCC7-AC42-9810-9B49E3348958}"/>
              </a:ext>
            </a:extLst>
          </p:cNvPr>
          <p:cNvSpPr>
            <a:spLocks noGrp="1"/>
          </p:cNvSpPr>
          <p:nvPr>
            <p:ph type="sldNum" sz="quarter" idx="12"/>
          </p:nvPr>
        </p:nvSpPr>
        <p:spPr/>
        <p:txBody>
          <a:bodyPr/>
          <a:lstStyle/>
          <a:p>
            <a:fld id="{49ABCAEC-7D34-E549-A96E-FCEDAADBE4B0}" type="slidenum">
              <a:rPr lang="en-US" smtClean="0"/>
              <a:t>‹#›</a:t>
            </a:fld>
            <a:endParaRPr lang="en-US" dirty="0"/>
          </a:p>
        </p:txBody>
      </p:sp>
      <p:cxnSp>
        <p:nvCxnSpPr>
          <p:cNvPr id="8" name="Straight Connector 7">
            <a:extLst>
              <a:ext uri="{FF2B5EF4-FFF2-40B4-BE49-F238E27FC236}">
                <a16:creationId xmlns:a16="http://schemas.microsoft.com/office/drawing/2014/main" id="{5FC736C3-88FB-244C-83B8-B2856998D221}"/>
              </a:ext>
            </a:extLst>
          </p:cNvPr>
          <p:cNvCxnSpPr>
            <a:cxnSpLocks/>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22086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B7D16A9C-7411-5242-A59C-816B8907E3BE}"/>
              </a:ext>
            </a:extLst>
          </p:cNvPr>
          <p:cNvGrpSpPr/>
          <p:nvPr/>
        </p:nvGrpSpPr>
        <p:grpSpPr>
          <a:xfrm>
            <a:off x="10290315" y="0"/>
            <a:ext cx="1901686" cy="6858000"/>
            <a:chOff x="10290315" y="0"/>
            <a:chExt cx="1901686" cy="6858000"/>
          </a:xfrm>
        </p:grpSpPr>
        <p:sp>
          <p:nvSpPr>
            <p:cNvPr id="20" name="Oval 19">
              <a:extLst>
                <a:ext uri="{FF2B5EF4-FFF2-40B4-BE49-F238E27FC236}">
                  <a16:creationId xmlns:a16="http://schemas.microsoft.com/office/drawing/2014/main" id="{A997260B-7D44-7049-B605-7FD6E6CE5612}"/>
                </a:ext>
              </a:extLst>
            </p:cNvPr>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20">
              <a:extLst>
                <a:ext uri="{FF2B5EF4-FFF2-40B4-BE49-F238E27FC236}">
                  <a16:creationId xmlns:a16="http://schemas.microsoft.com/office/drawing/2014/main" id="{5D6AF601-77C3-D74A-B1E5-7F33703A6927}"/>
                </a:ext>
              </a:extLst>
            </p:cNvPr>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a:extLst>
                <a:ext uri="{FF2B5EF4-FFF2-40B4-BE49-F238E27FC236}">
                  <a16:creationId xmlns:a16="http://schemas.microsoft.com/office/drawing/2014/main" id="{4DFCA921-0F9E-2E41-A285-75409E25501A}"/>
                </a:ext>
              </a:extLst>
            </p:cNvPr>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a:extLst>
                <a:ext uri="{FF2B5EF4-FFF2-40B4-BE49-F238E27FC236}">
                  <a16:creationId xmlns:a16="http://schemas.microsoft.com/office/drawing/2014/main" id="{120B9E03-438B-FC42-9DA1-835D5BC3FE88}"/>
                </a:ext>
              </a:extLst>
            </p:cNvPr>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23">
              <a:extLst>
                <a:ext uri="{FF2B5EF4-FFF2-40B4-BE49-F238E27FC236}">
                  <a16:creationId xmlns:a16="http://schemas.microsoft.com/office/drawing/2014/main" id="{4D670E1F-61CD-8940-A898-6D5092A78BB9}"/>
                </a:ext>
              </a:extLst>
            </p:cNvPr>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24">
              <a:extLst>
                <a:ext uri="{FF2B5EF4-FFF2-40B4-BE49-F238E27FC236}">
                  <a16:creationId xmlns:a16="http://schemas.microsoft.com/office/drawing/2014/main" id="{080C64CF-0C6A-3449-9709-AE038C4A7995}"/>
                </a:ext>
              </a:extLst>
            </p:cNvPr>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25">
              <a:extLst>
                <a:ext uri="{FF2B5EF4-FFF2-40B4-BE49-F238E27FC236}">
                  <a16:creationId xmlns:a16="http://schemas.microsoft.com/office/drawing/2014/main" id="{FEC46D5B-957F-A24C-8E36-CC71F660EC8B}"/>
                </a:ext>
              </a:extLst>
            </p:cNvPr>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9058182F-7B5E-FD42-AFC6-A3848D8332AC}"/>
              </a:ext>
            </a:extLst>
          </p:cNvPr>
          <p:cNvSpPr>
            <a:spLocks noGrp="1"/>
          </p:cNvSpPr>
          <p:nvPr>
            <p:ph type="title"/>
          </p:nvPr>
        </p:nvSpPr>
        <p:spPr>
          <a:xfrm>
            <a:off x="566928" y="768096"/>
            <a:ext cx="7333488" cy="1271016"/>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FD9E4DE-75C0-C841-A68D-9D7BBAD76C5E}"/>
              </a:ext>
            </a:extLst>
          </p:cNvPr>
          <p:cNvSpPr>
            <a:spLocks noGrp="1"/>
          </p:cNvSpPr>
          <p:nvPr>
            <p:ph type="body" idx="1"/>
          </p:nvPr>
        </p:nvSpPr>
        <p:spPr>
          <a:xfrm>
            <a:off x="562149" y="2365756"/>
            <a:ext cx="523951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CB5C87F7-356E-9E43-97A0-D972B22853DA}"/>
              </a:ext>
            </a:extLst>
          </p:cNvPr>
          <p:cNvSpPr>
            <a:spLocks noGrp="1"/>
          </p:cNvSpPr>
          <p:nvPr>
            <p:ph sz="half" idx="2"/>
          </p:nvPr>
        </p:nvSpPr>
        <p:spPr>
          <a:xfrm>
            <a:off x="562149" y="3189668"/>
            <a:ext cx="5239512" cy="2571557"/>
          </a:xfrm>
        </p:spPr>
        <p:txBody>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DAB4C28-30CB-CC4E-A25E-F4FEFA49BCA5}"/>
              </a:ext>
            </a:extLst>
          </p:cNvPr>
          <p:cNvSpPr>
            <a:spLocks noGrp="1"/>
          </p:cNvSpPr>
          <p:nvPr>
            <p:ph type="body" sz="quarter" idx="3"/>
          </p:nvPr>
        </p:nvSpPr>
        <p:spPr>
          <a:xfrm>
            <a:off x="6383066" y="2365756"/>
            <a:ext cx="523951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E9ED0191-963B-1E4C-BEC5-9B42E39514A3}"/>
              </a:ext>
            </a:extLst>
          </p:cNvPr>
          <p:cNvSpPr>
            <a:spLocks noGrp="1"/>
          </p:cNvSpPr>
          <p:nvPr>
            <p:ph sz="quarter" idx="4"/>
          </p:nvPr>
        </p:nvSpPr>
        <p:spPr>
          <a:xfrm>
            <a:off x="6383066" y="3189668"/>
            <a:ext cx="5239512" cy="2571557"/>
          </a:xfrm>
        </p:spPr>
        <p:txBody>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7F0E0BED-3EB7-BB4A-A556-FA967FB0115F}"/>
              </a:ext>
            </a:extLst>
          </p:cNvPr>
          <p:cNvSpPr>
            <a:spLocks noGrp="1"/>
          </p:cNvSpPr>
          <p:nvPr>
            <p:ph type="dt" sz="half" idx="10"/>
          </p:nvPr>
        </p:nvSpPr>
        <p:spPr/>
        <p:txBody>
          <a:bodyPr/>
          <a:lstStyle/>
          <a:p>
            <a:fld id="{DF002147-B173-4778-A3FA-73FF6071BF4B}" type="datetime1">
              <a:rPr lang="en-US" smtClean="0"/>
              <a:t>2/24/2026</a:t>
            </a:fld>
            <a:endParaRPr lang="en-US" dirty="0"/>
          </a:p>
        </p:txBody>
      </p:sp>
      <p:sp>
        <p:nvSpPr>
          <p:cNvPr id="8" name="Footer Placeholder 7">
            <a:extLst>
              <a:ext uri="{FF2B5EF4-FFF2-40B4-BE49-F238E27FC236}">
                <a16:creationId xmlns:a16="http://schemas.microsoft.com/office/drawing/2014/main" id="{B6A2466A-4D90-174C-B382-AC4674D7215B}"/>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D6EADE49-8082-214B-9742-5EE8DA2E9FFE}"/>
              </a:ext>
            </a:extLst>
          </p:cNvPr>
          <p:cNvSpPr>
            <a:spLocks noGrp="1"/>
          </p:cNvSpPr>
          <p:nvPr>
            <p:ph type="sldNum" sz="quarter" idx="12"/>
          </p:nvPr>
        </p:nvSpPr>
        <p:spPr/>
        <p:txBody>
          <a:bodyPr/>
          <a:lstStyle/>
          <a:p>
            <a:fld id="{49ABCAEC-7D34-E549-A96E-FCEDAADBE4B0}" type="slidenum">
              <a:rPr lang="en-US" smtClean="0"/>
              <a:t>‹#›</a:t>
            </a:fld>
            <a:endParaRPr lang="en-US"/>
          </a:p>
        </p:txBody>
      </p:sp>
      <p:cxnSp>
        <p:nvCxnSpPr>
          <p:cNvPr id="10" name="Straight Connector 9">
            <a:extLst>
              <a:ext uri="{FF2B5EF4-FFF2-40B4-BE49-F238E27FC236}">
                <a16:creationId xmlns:a16="http://schemas.microsoft.com/office/drawing/2014/main" id="{75E39200-18D5-014B-BAB8-FF5D0BA15E0C}"/>
              </a:ext>
            </a:extLst>
          </p:cNvPr>
          <p:cNvCxnSpPr>
            <a:cxnSpLocks/>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70598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D7DF52F6-A06E-0343-95B8-DAAC38DB4B8C}"/>
              </a:ext>
            </a:extLst>
          </p:cNvPr>
          <p:cNvGrpSpPr/>
          <p:nvPr/>
        </p:nvGrpSpPr>
        <p:grpSpPr>
          <a:xfrm>
            <a:off x="10290315" y="0"/>
            <a:ext cx="1901686" cy="6858000"/>
            <a:chOff x="10290315" y="0"/>
            <a:chExt cx="1901686" cy="6858000"/>
          </a:xfrm>
        </p:grpSpPr>
        <p:sp>
          <p:nvSpPr>
            <p:cNvPr id="16" name="Oval 15">
              <a:extLst>
                <a:ext uri="{FF2B5EF4-FFF2-40B4-BE49-F238E27FC236}">
                  <a16:creationId xmlns:a16="http://schemas.microsoft.com/office/drawing/2014/main" id="{67092C52-7052-0749-9DA0-9374DBF495AE}"/>
                </a:ext>
              </a:extLst>
            </p:cNvPr>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16">
              <a:extLst>
                <a:ext uri="{FF2B5EF4-FFF2-40B4-BE49-F238E27FC236}">
                  <a16:creationId xmlns:a16="http://schemas.microsoft.com/office/drawing/2014/main" id="{C64E1C2F-81E1-C44D-859C-946596C950F2}"/>
                </a:ext>
              </a:extLst>
            </p:cNvPr>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17">
              <a:extLst>
                <a:ext uri="{FF2B5EF4-FFF2-40B4-BE49-F238E27FC236}">
                  <a16:creationId xmlns:a16="http://schemas.microsoft.com/office/drawing/2014/main" id="{53626485-4263-0A44-9561-E278A7056C33}"/>
                </a:ext>
              </a:extLst>
            </p:cNvPr>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a:extLst>
                <a:ext uri="{FF2B5EF4-FFF2-40B4-BE49-F238E27FC236}">
                  <a16:creationId xmlns:a16="http://schemas.microsoft.com/office/drawing/2014/main" id="{7D45AAB5-3CCC-DE4A-A962-3702911B55CC}"/>
                </a:ext>
              </a:extLst>
            </p:cNvPr>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a:extLst>
                <a:ext uri="{FF2B5EF4-FFF2-40B4-BE49-F238E27FC236}">
                  <a16:creationId xmlns:a16="http://schemas.microsoft.com/office/drawing/2014/main" id="{8CAFB16F-8EDE-D44F-A51E-34EDC41E7404}"/>
                </a:ext>
              </a:extLst>
            </p:cNvPr>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a:extLst>
                <a:ext uri="{FF2B5EF4-FFF2-40B4-BE49-F238E27FC236}">
                  <a16:creationId xmlns:a16="http://schemas.microsoft.com/office/drawing/2014/main" id="{DCD51329-732C-BB4C-98E5-715BAF9F8853}"/>
                </a:ext>
              </a:extLst>
            </p:cNvPr>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a:extLst>
                <a:ext uri="{FF2B5EF4-FFF2-40B4-BE49-F238E27FC236}">
                  <a16:creationId xmlns:a16="http://schemas.microsoft.com/office/drawing/2014/main" id="{192B5D44-BC55-AF4C-984D-C8231B22F80B}"/>
                </a:ext>
              </a:extLst>
            </p:cNvPr>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DFA1E9E2-564E-7049-A22F-BB5B876BABB5}"/>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B6359D05-C08D-7747-B2FC-3F62B3357315}"/>
              </a:ext>
            </a:extLst>
          </p:cNvPr>
          <p:cNvSpPr>
            <a:spLocks noGrp="1"/>
          </p:cNvSpPr>
          <p:nvPr>
            <p:ph type="dt" sz="half" idx="10"/>
          </p:nvPr>
        </p:nvSpPr>
        <p:spPr/>
        <p:txBody>
          <a:bodyPr/>
          <a:lstStyle/>
          <a:p>
            <a:fld id="{D48A613C-5984-4F43-99E0-69C9F9E43F02}" type="datetime1">
              <a:rPr lang="en-US" smtClean="0"/>
              <a:t>2/24/2026</a:t>
            </a:fld>
            <a:endParaRPr lang="en-US" dirty="0"/>
          </a:p>
        </p:txBody>
      </p:sp>
      <p:sp>
        <p:nvSpPr>
          <p:cNvPr id="4" name="Footer Placeholder 3">
            <a:extLst>
              <a:ext uri="{FF2B5EF4-FFF2-40B4-BE49-F238E27FC236}">
                <a16:creationId xmlns:a16="http://schemas.microsoft.com/office/drawing/2014/main" id="{8E2FF615-BB08-A844-B689-BAA7C504074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63A67D-F96F-4849-8C83-49CC3A6539BB}"/>
              </a:ext>
            </a:extLst>
          </p:cNvPr>
          <p:cNvSpPr>
            <a:spLocks noGrp="1"/>
          </p:cNvSpPr>
          <p:nvPr>
            <p:ph type="sldNum" sz="quarter" idx="12"/>
          </p:nvPr>
        </p:nvSpPr>
        <p:spPr/>
        <p:txBody>
          <a:bodyPr/>
          <a:lstStyle/>
          <a:p>
            <a:fld id="{49ABCAEC-7D34-E549-A96E-FCEDAADBE4B0}" type="slidenum">
              <a:rPr lang="en-US" smtClean="0"/>
              <a:t>‹#›</a:t>
            </a:fld>
            <a:endParaRPr lang="en-US"/>
          </a:p>
        </p:txBody>
      </p:sp>
      <p:cxnSp>
        <p:nvCxnSpPr>
          <p:cNvPr id="6" name="Straight Connector 5">
            <a:extLst>
              <a:ext uri="{FF2B5EF4-FFF2-40B4-BE49-F238E27FC236}">
                <a16:creationId xmlns:a16="http://schemas.microsoft.com/office/drawing/2014/main" id="{1DCFAAB9-2B6B-8D4C-A748-433E2C393EA6}"/>
              </a:ext>
            </a:extLst>
          </p:cNvPr>
          <p:cNvCxnSpPr>
            <a:cxnSpLocks/>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2858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798BCA70-D63D-40F6-B9B3-4E49B96E27FB}"/>
              </a:ext>
            </a:extLst>
          </p:cNvPr>
          <p:cNvSpPr>
            <a:spLocks noGrp="1"/>
          </p:cNvSpPr>
          <p:nvPr>
            <p:ph type="dt" sz="half" idx="10"/>
          </p:nvPr>
        </p:nvSpPr>
        <p:spPr/>
        <p:txBody>
          <a:bodyPr/>
          <a:lstStyle/>
          <a:p>
            <a:fld id="{67DCB6D7-1B23-42E7-898F-15EE4E42BD63}" type="datetime1">
              <a:rPr lang="en-US" smtClean="0"/>
              <a:t>2/24/2026</a:t>
            </a:fld>
            <a:endParaRPr lang="en-US" dirty="0"/>
          </a:p>
        </p:txBody>
      </p:sp>
      <p:sp>
        <p:nvSpPr>
          <p:cNvPr id="6" name="Footer Placeholder 5">
            <a:extLst>
              <a:ext uri="{FF2B5EF4-FFF2-40B4-BE49-F238E27FC236}">
                <a16:creationId xmlns:a16="http://schemas.microsoft.com/office/drawing/2014/main" id="{72F12559-BD91-4904-A24A-0CF0A2324A0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B658BB7-74A5-4A6F-A0FF-021E68F02BFF}"/>
              </a:ext>
            </a:extLst>
          </p:cNvPr>
          <p:cNvSpPr>
            <a:spLocks noGrp="1"/>
          </p:cNvSpPr>
          <p:nvPr>
            <p:ph type="sldNum" sz="quarter" idx="12"/>
          </p:nvPr>
        </p:nvSpPr>
        <p:spPr/>
        <p:txBody>
          <a:bodyPr/>
          <a:lstStyle/>
          <a:p>
            <a:fld id="{49ABCAEC-7D34-E549-A96E-FCEDAADBE4B0}" type="slidenum">
              <a:rPr lang="en-US" smtClean="0"/>
              <a:pPr/>
              <a:t>‹#›</a:t>
            </a:fld>
            <a:endParaRPr lang="en-US" dirty="0"/>
          </a:p>
        </p:txBody>
      </p:sp>
    </p:spTree>
    <p:extLst>
      <p:ext uri="{BB962C8B-B14F-4D97-AF65-F5344CB8AC3E}">
        <p14:creationId xmlns:p14="http://schemas.microsoft.com/office/powerpoint/2010/main" val="11704774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D0914A35-7AAF-4B42-9C68-47A633EFD9D0}"/>
              </a:ext>
            </a:extLst>
          </p:cNvPr>
          <p:cNvGrpSpPr/>
          <p:nvPr/>
        </p:nvGrpSpPr>
        <p:grpSpPr>
          <a:xfrm>
            <a:off x="10290315" y="0"/>
            <a:ext cx="1901686" cy="6858000"/>
            <a:chOff x="10290315" y="0"/>
            <a:chExt cx="1901686" cy="6858000"/>
          </a:xfrm>
        </p:grpSpPr>
        <p:sp>
          <p:nvSpPr>
            <p:cNvPr id="18" name="Freeform 17">
              <a:extLst>
                <a:ext uri="{FF2B5EF4-FFF2-40B4-BE49-F238E27FC236}">
                  <a16:creationId xmlns:a16="http://schemas.microsoft.com/office/drawing/2014/main" id="{DABCED79-0E70-FB4D-ABF2-D859BF5556E4}"/>
                </a:ext>
              </a:extLst>
            </p:cNvPr>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a:extLst>
                <a:ext uri="{FF2B5EF4-FFF2-40B4-BE49-F238E27FC236}">
                  <a16:creationId xmlns:a16="http://schemas.microsoft.com/office/drawing/2014/main" id="{8364885D-A3A4-5144-AB4E-7624F27287E6}"/>
                </a:ext>
              </a:extLst>
            </p:cNvPr>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a:extLst>
                <a:ext uri="{FF2B5EF4-FFF2-40B4-BE49-F238E27FC236}">
                  <a16:creationId xmlns:a16="http://schemas.microsoft.com/office/drawing/2014/main" id="{D22073D5-CC72-0549-BD26-F7AF9851BE45}"/>
                </a:ext>
              </a:extLst>
            </p:cNvPr>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a:extLst>
                <a:ext uri="{FF2B5EF4-FFF2-40B4-BE49-F238E27FC236}">
                  <a16:creationId xmlns:a16="http://schemas.microsoft.com/office/drawing/2014/main" id="{1827A049-C9FD-554E-9B01-F151B0D9E86B}"/>
                </a:ext>
              </a:extLst>
            </p:cNvPr>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a:extLst>
                <a:ext uri="{FF2B5EF4-FFF2-40B4-BE49-F238E27FC236}">
                  <a16:creationId xmlns:a16="http://schemas.microsoft.com/office/drawing/2014/main" id="{76832559-4D18-8744-AB91-9FCFAB732477}"/>
                </a:ext>
              </a:extLst>
            </p:cNvPr>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a:extLst>
                <a:ext uri="{FF2B5EF4-FFF2-40B4-BE49-F238E27FC236}">
                  <a16:creationId xmlns:a16="http://schemas.microsoft.com/office/drawing/2014/main" id="{BF97A623-E5DC-1B44-B687-8643B9F0D741}"/>
                </a:ext>
              </a:extLst>
            </p:cNvPr>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3637BBE1-2C82-4E45-B5C5-35E07B05EA4E}"/>
              </a:ext>
            </a:extLst>
          </p:cNvPr>
          <p:cNvSpPr>
            <a:spLocks noGrp="1"/>
          </p:cNvSpPr>
          <p:nvPr>
            <p:ph type="title"/>
          </p:nvPr>
        </p:nvSpPr>
        <p:spPr>
          <a:xfrm>
            <a:off x="565151" y="764973"/>
            <a:ext cx="3609982" cy="1395043"/>
          </a:xfrm>
        </p:spPr>
        <p:txBody>
          <a:bodyPr anchor="t"/>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54201F2E-A734-364B-8A7D-990D6B8893D0}"/>
              </a:ext>
            </a:extLst>
          </p:cNvPr>
          <p:cNvSpPr>
            <a:spLocks noGrp="1"/>
          </p:cNvSpPr>
          <p:nvPr>
            <p:ph idx="1"/>
          </p:nvPr>
        </p:nvSpPr>
        <p:spPr>
          <a:xfrm>
            <a:off x="5104832" y="770890"/>
            <a:ext cx="6112517" cy="4800570"/>
          </a:xfrm>
        </p:spPr>
        <p:txBody>
          <a:bodyPr/>
          <a:lstStyle>
            <a:lvl1pPr>
              <a:defRPr sz="2800"/>
            </a:lvl1pPr>
            <a:lvl2pPr>
              <a:defRPr sz="24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D57CBAD9-5515-1748-8E77-F48160F4ED1C}"/>
              </a:ext>
            </a:extLst>
          </p:cNvPr>
          <p:cNvSpPr>
            <a:spLocks noGrp="1"/>
          </p:cNvSpPr>
          <p:nvPr>
            <p:ph type="body" sz="half" idx="2"/>
          </p:nvPr>
        </p:nvSpPr>
        <p:spPr>
          <a:xfrm>
            <a:off x="565150" y="2160016"/>
            <a:ext cx="3609983" cy="37089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A6C22B-80D4-AA42-9999-401E37B469C0}"/>
              </a:ext>
            </a:extLst>
          </p:cNvPr>
          <p:cNvSpPr>
            <a:spLocks noGrp="1"/>
          </p:cNvSpPr>
          <p:nvPr>
            <p:ph type="dt" sz="half" idx="10"/>
          </p:nvPr>
        </p:nvSpPr>
        <p:spPr/>
        <p:txBody>
          <a:bodyPr/>
          <a:lstStyle/>
          <a:p>
            <a:fld id="{98365140-BF96-48AE-8FDB-111A2C6B643D}" type="datetime1">
              <a:rPr lang="en-US" smtClean="0"/>
              <a:t>2/24/2026</a:t>
            </a:fld>
            <a:endParaRPr lang="en-US" dirty="0"/>
          </a:p>
        </p:txBody>
      </p:sp>
      <p:sp>
        <p:nvSpPr>
          <p:cNvPr id="6" name="Footer Placeholder 5">
            <a:extLst>
              <a:ext uri="{FF2B5EF4-FFF2-40B4-BE49-F238E27FC236}">
                <a16:creationId xmlns:a16="http://schemas.microsoft.com/office/drawing/2014/main" id="{03055DE4-33E8-7F4B-9334-95EA60845C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470FA5-21EE-D742-8F01-C1BAE0FDB064}"/>
              </a:ext>
            </a:extLst>
          </p:cNvPr>
          <p:cNvSpPr>
            <a:spLocks noGrp="1"/>
          </p:cNvSpPr>
          <p:nvPr>
            <p:ph type="sldNum" sz="quarter" idx="12"/>
          </p:nvPr>
        </p:nvSpPr>
        <p:spPr/>
        <p:txBody>
          <a:bodyPr/>
          <a:lstStyle/>
          <a:p>
            <a:fld id="{49ABCAEC-7D34-E549-A96E-FCEDAADBE4B0}" type="slidenum">
              <a:rPr lang="en-US" smtClean="0"/>
              <a:t>‹#›</a:t>
            </a:fld>
            <a:endParaRPr lang="en-US"/>
          </a:p>
        </p:txBody>
      </p:sp>
      <p:cxnSp>
        <p:nvCxnSpPr>
          <p:cNvPr id="8" name="Straight Connector 7">
            <a:extLst>
              <a:ext uri="{FF2B5EF4-FFF2-40B4-BE49-F238E27FC236}">
                <a16:creationId xmlns:a16="http://schemas.microsoft.com/office/drawing/2014/main" id="{BEF966AA-D7DF-F84D-80D4-E216A641B005}"/>
              </a:ext>
            </a:extLst>
          </p:cNvPr>
          <p:cNvCxnSpPr>
            <a:cxnSpLocks/>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41594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210D391A-F01E-4947-8A01-95438AA0B323}"/>
              </a:ext>
            </a:extLst>
          </p:cNvPr>
          <p:cNvGrpSpPr/>
          <p:nvPr/>
        </p:nvGrpSpPr>
        <p:grpSpPr>
          <a:xfrm>
            <a:off x="10290315" y="0"/>
            <a:ext cx="1901686" cy="6858000"/>
            <a:chOff x="10290315" y="0"/>
            <a:chExt cx="1901686" cy="6858000"/>
          </a:xfrm>
        </p:grpSpPr>
        <p:sp>
          <p:nvSpPr>
            <p:cNvPr id="17" name="Oval 16">
              <a:extLst>
                <a:ext uri="{FF2B5EF4-FFF2-40B4-BE49-F238E27FC236}">
                  <a16:creationId xmlns:a16="http://schemas.microsoft.com/office/drawing/2014/main" id="{7D499306-B4E0-064D-8F6C-96E9C4BD04DA}"/>
                </a:ext>
              </a:extLst>
            </p:cNvPr>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17">
              <a:extLst>
                <a:ext uri="{FF2B5EF4-FFF2-40B4-BE49-F238E27FC236}">
                  <a16:creationId xmlns:a16="http://schemas.microsoft.com/office/drawing/2014/main" id="{AF3D0241-0A21-8047-8CE3-B3FDD5FDF719}"/>
                </a:ext>
              </a:extLst>
            </p:cNvPr>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a:extLst>
                <a:ext uri="{FF2B5EF4-FFF2-40B4-BE49-F238E27FC236}">
                  <a16:creationId xmlns:a16="http://schemas.microsoft.com/office/drawing/2014/main" id="{13083F97-6891-0447-957C-AB0834B826D2}"/>
                </a:ext>
              </a:extLst>
            </p:cNvPr>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a:extLst>
                <a:ext uri="{FF2B5EF4-FFF2-40B4-BE49-F238E27FC236}">
                  <a16:creationId xmlns:a16="http://schemas.microsoft.com/office/drawing/2014/main" id="{B2EF7D75-E7C1-5147-A03B-3EC641CF3B08}"/>
                </a:ext>
              </a:extLst>
            </p:cNvPr>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a:extLst>
                <a:ext uri="{FF2B5EF4-FFF2-40B4-BE49-F238E27FC236}">
                  <a16:creationId xmlns:a16="http://schemas.microsoft.com/office/drawing/2014/main" id="{A6D7CA94-94B4-C140-8C68-01C0ADFA1C71}"/>
                </a:ext>
              </a:extLst>
            </p:cNvPr>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a:extLst>
                <a:ext uri="{FF2B5EF4-FFF2-40B4-BE49-F238E27FC236}">
                  <a16:creationId xmlns:a16="http://schemas.microsoft.com/office/drawing/2014/main" id="{211CD629-C318-A848-BDDE-BBA9465EBF9D}"/>
                </a:ext>
              </a:extLst>
            </p:cNvPr>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a:extLst>
                <a:ext uri="{FF2B5EF4-FFF2-40B4-BE49-F238E27FC236}">
                  <a16:creationId xmlns:a16="http://schemas.microsoft.com/office/drawing/2014/main" id="{2A5AC1F8-1370-E946-977E-E4CFC6947BAB}"/>
                </a:ext>
              </a:extLst>
            </p:cNvPr>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64CEE63B-B967-0A48-9623-2203767609F4}"/>
              </a:ext>
            </a:extLst>
          </p:cNvPr>
          <p:cNvSpPr>
            <a:spLocks noGrp="1"/>
          </p:cNvSpPr>
          <p:nvPr>
            <p:ph type="title"/>
          </p:nvPr>
        </p:nvSpPr>
        <p:spPr>
          <a:xfrm>
            <a:off x="565150" y="770889"/>
            <a:ext cx="3609983" cy="1389127"/>
          </a:xfrm>
        </p:spPr>
        <p:txBody>
          <a:bodyPr anchor="t"/>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9211F680-28C8-FA44-9CD5-20709DA02EA0}"/>
              </a:ext>
            </a:extLst>
          </p:cNvPr>
          <p:cNvSpPr>
            <a:spLocks noGrp="1"/>
          </p:cNvSpPr>
          <p:nvPr>
            <p:ph type="pic" idx="1"/>
          </p:nvPr>
        </p:nvSpPr>
        <p:spPr>
          <a:xfrm>
            <a:off x="5223838" y="890816"/>
            <a:ext cx="6060136" cy="4870411"/>
          </a:xfrm>
          <a:solidFill>
            <a:schemeClr val="bg2"/>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BD507CD-197E-BB4C-83A6-DA3FC97A22C2}"/>
              </a:ext>
            </a:extLst>
          </p:cNvPr>
          <p:cNvSpPr>
            <a:spLocks noGrp="1"/>
          </p:cNvSpPr>
          <p:nvPr>
            <p:ph type="body" sz="half" idx="2"/>
          </p:nvPr>
        </p:nvSpPr>
        <p:spPr>
          <a:xfrm>
            <a:off x="565150" y="2160016"/>
            <a:ext cx="3609983" cy="360121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59E00AC-DF6C-D548-8A06-D6269BDB0A41}"/>
              </a:ext>
            </a:extLst>
          </p:cNvPr>
          <p:cNvSpPr>
            <a:spLocks noGrp="1"/>
          </p:cNvSpPr>
          <p:nvPr>
            <p:ph type="dt" sz="half" idx="10"/>
          </p:nvPr>
        </p:nvSpPr>
        <p:spPr/>
        <p:txBody>
          <a:bodyPr/>
          <a:lstStyle/>
          <a:p>
            <a:fld id="{17E8D6C6-DF6A-40E0-9F3E-76DEDEB4534E}" type="datetime1">
              <a:rPr lang="en-US" smtClean="0"/>
              <a:t>2/24/2026</a:t>
            </a:fld>
            <a:endParaRPr lang="en-US" dirty="0"/>
          </a:p>
        </p:txBody>
      </p:sp>
      <p:sp>
        <p:nvSpPr>
          <p:cNvPr id="6" name="Footer Placeholder 5">
            <a:extLst>
              <a:ext uri="{FF2B5EF4-FFF2-40B4-BE49-F238E27FC236}">
                <a16:creationId xmlns:a16="http://schemas.microsoft.com/office/drawing/2014/main" id="{F8ED113B-57D4-9A4F-BFE0-2A3963B425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0D9954-FA18-8948-AA52-21CED059476D}"/>
              </a:ext>
            </a:extLst>
          </p:cNvPr>
          <p:cNvSpPr>
            <a:spLocks noGrp="1"/>
          </p:cNvSpPr>
          <p:nvPr>
            <p:ph type="sldNum" sz="quarter" idx="12"/>
          </p:nvPr>
        </p:nvSpPr>
        <p:spPr/>
        <p:txBody>
          <a:bodyPr/>
          <a:lstStyle/>
          <a:p>
            <a:fld id="{49ABCAEC-7D34-E549-A96E-FCEDAADBE4B0}" type="slidenum">
              <a:rPr lang="en-US" smtClean="0"/>
              <a:t>‹#›</a:t>
            </a:fld>
            <a:endParaRPr lang="en-US"/>
          </a:p>
        </p:txBody>
      </p:sp>
      <p:cxnSp>
        <p:nvCxnSpPr>
          <p:cNvPr id="8" name="Straight Connector 7">
            <a:extLst>
              <a:ext uri="{FF2B5EF4-FFF2-40B4-BE49-F238E27FC236}">
                <a16:creationId xmlns:a16="http://schemas.microsoft.com/office/drawing/2014/main" id="{5E3EB25D-2379-5040-B990-1C99B0B7D931}"/>
              </a:ext>
            </a:extLst>
          </p:cNvPr>
          <p:cNvCxnSpPr>
            <a:cxnSpLocks/>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27584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7ED46EE4-CE67-DD46-A751-9FEA049A22B8}"/>
              </a:ext>
            </a:extLst>
          </p:cNvPr>
          <p:cNvGrpSpPr/>
          <p:nvPr/>
        </p:nvGrpSpPr>
        <p:grpSpPr>
          <a:xfrm>
            <a:off x="8928528" y="0"/>
            <a:ext cx="3263472" cy="6858000"/>
            <a:chOff x="8928528" y="0"/>
            <a:chExt cx="3263472" cy="6858000"/>
          </a:xfrm>
        </p:grpSpPr>
        <p:sp>
          <p:nvSpPr>
            <p:cNvPr id="23" name="Oval 22">
              <a:extLst>
                <a:ext uri="{FF2B5EF4-FFF2-40B4-BE49-F238E27FC236}">
                  <a16:creationId xmlns:a16="http://schemas.microsoft.com/office/drawing/2014/main" id="{955C5B70-D34F-8A49-B220-808CE2BBB7F3}"/>
                </a:ext>
              </a:extLst>
            </p:cNvPr>
            <p:cNvSpPr/>
            <p:nvPr/>
          </p:nvSpPr>
          <p:spPr>
            <a:xfrm>
              <a:off x="8928528" y="491812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23">
              <a:extLst>
                <a:ext uri="{FF2B5EF4-FFF2-40B4-BE49-F238E27FC236}">
                  <a16:creationId xmlns:a16="http://schemas.microsoft.com/office/drawing/2014/main" id="{4BBFE624-6DBD-8541-B43B-180C0AFA21F0}"/>
                </a:ext>
              </a:extLst>
            </p:cNvPr>
            <p:cNvSpPr/>
            <p:nvPr/>
          </p:nvSpPr>
          <p:spPr>
            <a:xfrm>
              <a:off x="8928528" y="0"/>
              <a:ext cx="1130724" cy="565573"/>
            </a:xfrm>
            <a:custGeom>
              <a:avLst/>
              <a:gdLst>
                <a:gd name="connsiteX0" fmla="*/ 22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2"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24">
              <a:extLst>
                <a:ext uri="{FF2B5EF4-FFF2-40B4-BE49-F238E27FC236}">
                  <a16:creationId xmlns:a16="http://schemas.microsoft.com/office/drawing/2014/main" id="{6E01AC23-2120-A542-B140-5A29AA27A2C8}"/>
                </a:ext>
              </a:extLst>
            </p:cNvPr>
            <p:cNvSpPr/>
            <p:nvPr/>
          </p:nvSpPr>
          <p:spPr>
            <a:xfrm>
              <a:off x="10291391" y="6292417"/>
              <a:ext cx="1130724" cy="565583"/>
            </a:xfrm>
            <a:custGeom>
              <a:avLst/>
              <a:gdLst>
                <a:gd name="connsiteX0" fmla="*/ 565362 w 1130724"/>
                <a:gd name="connsiteY0" fmla="*/ 0 h 565583"/>
                <a:gd name="connsiteX1" fmla="*/ 1130724 w 1130724"/>
                <a:gd name="connsiteY1" fmla="*/ 565362 h 565583"/>
                <a:gd name="connsiteX2" fmla="*/ 1130702 w 1130724"/>
                <a:gd name="connsiteY2" fmla="*/ 565583 h 565583"/>
                <a:gd name="connsiteX3" fmla="*/ 22 w 1130724"/>
                <a:gd name="connsiteY3" fmla="*/ 565583 h 565583"/>
                <a:gd name="connsiteX4" fmla="*/ 0 w 1130724"/>
                <a:gd name="connsiteY4" fmla="*/ 565362 h 565583"/>
                <a:gd name="connsiteX5" fmla="*/ 565362 w 1130724"/>
                <a:gd name="connsiteY5" fmla="*/ 0 h 565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83">
                  <a:moveTo>
                    <a:pt x="565362" y="0"/>
                  </a:moveTo>
                  <a:cubicBezTo>
                    <a:pt x="877603" y="0"/>
                    <a:pt x="1130724" y="253121"/>
                    <a:pt x="1130724" y="565362"/>
                  </a:cubicBezTo>
                  <a:lnTo>
                    <a:pt x="1130702" y="565583"/>
                  </a:lnTo>
                  <a:lnTo>
                    <a:pt x="22" y="565583"/>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Oval 25">
              <a:extLst>
                <a:ext uri="{FF2B5EF4-FFF2-40B4-BE49-F238E27FC236}">
                  <a16:creationId xmlns:a16="http://schemas.microsoft.com/office/drawing/2014/main" id="{154689C0-9C35-9B4D-906B-DA287DA55A38}"/>
                </a:ext>
              </a:extLst>
            </p:cNvPr>
            <p:cNvSpPr/>
            <p:nvPr/>
          </p:nvSpPr>
          <p:spPr>
            <a:xfrm>
              <a:off x="10291392" y="354939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696570F0-11E0-6147-9053-E3A4B5DBA0E4}"/>
                </a:ext>
              </a:extLst>
            </p:cNvPr>
            <p:cNvSpPr/>
            <p:nvPr/>
          </p:nvSpPr>
          <p:spPr>
            <a:xfrm>
              <a:off x="10291392" y="2177876"/>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9BDD97F6-A366-B54A-B889-42E97AFEDE37}"/>
                </a:ext>
              </a:extLst>
            </p:cNvPr>
            <p:cNvSpPr/>
            <p:nvPr/>
          </p:nvSpPr>
          <p:spPr>
            <a:xfrm>
              <a:off x="10291392" y="806363"/>
              <a:ext cx="1130724" cy="113072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28">
              <a:extLst>
                <a:ext uri="{FF2B5EF4-FFF2-40B4-BE49-F238E27FC236}">
                  <a16:creationId xmlns:a16="http://schemas.microsoft.com/office/drawing/2014/main" id="{58E853BC-EE80-374B-B823-8D51A948C4CF}"/>
                </a:ext>
              </a:extLst>
            </p:cNvPr>
            <p:cNvSpPr/>
            <p:nvPr/>
          </p:nvSpPr>
          <p:spPr>
            <a:xfrm>
              <a:off x="10291392"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29">
              <a:extLst>
                <a:ext uri="{FF2B5EF4-FFF2-40B4-BE49-F238E27FC236}">
                  <a16:creationId xmlns:a16="http://schemas.microsoft.com/office/drawing/2014/main" id="{4B5B70B1-649D-9848-B5D4-6DE04D55F5F0}"/>
                </a:ext>
              </a:extLst>
            </p:cNvPr>
            <p:cNvSpPr/>
            <p:nvPr/>
          </p:nvSpPr>
          <p:spPr>
            <a:xfrm>
              <a:off x="11654256" y="6295201"/>
              <a:ext cx="537744" cy="562799"/>
            </a:xfrm>
            <a:custGeom>
              <a:avLst/>
              <a:gdLst>
                <a:gd name="connsiteX0" fmla="*/ 537744 w 537744"/>
                <a:gd name="connsiteY0" fmla="*/ 0 h 562799"/>
                <a:gd name="connsiteX1" fmla="*/ 537744 w 537744"/>
                <a:gd name="connsiteY1" fmla="*/ 562799 h 562799"/>
                <a:gd name="connsiteX2" fmla="*/ 22 w 537744"/>
                <a:gd name="connsiteY2" fmla="*/ 562799 h 562799"/>
                <a:gd name="connsiteX3" fmla="*/ 0 w 537744"/>
                <a:gd name="connsiteY3" fmla="*/ 562578 h 562799"/>
                <a:gd name="connsiteX4" fmla="*/ 451422 w 537744"/>
                <a:gd name="connsiteY4" fmla="*/ 8702 h 562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99">
                  <a:moveTo>
                    <a:pt x="537744" y="0"/>
                  </a:moveTo>
                  <a:lnTo>
                    <a:pt x="537744" y="562799"/>
                  </a:lnTo>
                  <a:lnTo>
                    <a:pt x="22" y="562799"/>
                  </a:lnTo>
                  <a:lnTo>
                    <a:pt x="0" y="562578"/>
                  </a:ln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30">
              <a:extLst>
                <a:ext uri="{FF2B5EF4-FFF2-40B4-BE49-F238E27FC236}">
                  <a16:creationId xmlns:a16="http://schemas.microsoft.com/office/drawing/2014/main" id="{46A2092A-2157-0A49-937F-BBAE14687DE7}"/>
                </a:ext>
              </a:extLst>
            </p:cNvPr>
            <p:cNvSpPr/>
            <p:nvPr/>
          </p:nvSpPr>
          <p:spPr>
            <a:xfrm>
              <a:off x="11654256" y="4923687"/>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31">
              <a:extLst>
                <a:ext uri="{FF2B5EF4-FFF2-40B4-BE49-F238E27FC236}">
                  <a16:creationId xmlns:a16="http://schemas.microsoft.com/office/drawing/2014/main" id="{F092371E-D526-AF43-816F-F7AEBA9FF166}"/>
                </a:ext>
              </a:extLst>
            </p:cNvPr>
            <p:cNvSpPr/>
            <p:nvPr/>
          </p:nvSpPr>
          <p:spPr>
            <a:xfrm>
              <a:off x="11654256" y="3552173"/>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32">
              <a:extLst>
                <a:ext uri="{FF2B5EF4-FFF2-40B4-BE49-F238E27FC236}">
                  <a16:creationId xmlns:a16="http://schemas.microsoft.com/office/drawing/2014/main" id="{06995714-B51E-E84A-9FD5-3AD33004E517}"/>
                </a:ext>
              </a:extLst>
            </p:cNvPr>
            <p:cNvSpPr/>
            <p:nvPr/>
          </p:nvSpPr>
          <p:spPr>
            <a:xfrm>
              <a:off x="11654256" y="2180659"/>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33">
              <a:extLst>
                <a:ext uri="{FF2B5EF4-FFF2-40B4-BE49-F238E27FC236}">
                  <a16:creationId xmlns:a16="http://schemas.microsoft.com/office/drawing/2014/main" id="{0FDB0CC5-76AA-6E44-8376-4EE649C1DE42}"/>
                </a:ext>
              </a:extLst>
            </p:cNvPr>
            <p:cNvSpPr/>
            <p:nvPr/>
          </p:nvSpPr>
          <p:spPr>
            <a:xfrm>
              <a:off x="11654256" y="809146"/>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Freeform 34">
              <a:extLst>
                <a:ext uri="{FF2B5EF4-FFF2-40B4-BE49-F238E27FC236}">
                  <a16:creationId xmlns:a16="http://schemas.microsoft.com/office/drawing/2014/main" id="{3D981F0B-8982-1C45-8D7C-30E744003823}"/>
                </a:ext>
              </a:extLst>
            </p:cNvPr>
            <p:cNvSpPr/>
            <p:nvPr/>
          </p:nvSpPr>
          <p:spPr>
            <a:xfrm>
              <a:off x="11654256" y="0"/>
              <a:ext cx="537744" cy="562788"/>
            </a:xfrm>
            <a:custGeom>
              <a:avLst/>
              <a:gdLst>
                <a:gd name="connsiteX0" fmla="*/ 21 w 537744"/>
                <a:gd name="connsiteY0" fmla="*/ 0 h 562788"/>
                <a:gd name="connsiteX1" fmla="*/ 537744 w 537744"/>
                <a:gd name="connsiteY1" fmla="*/ 0 h 562788"/>
                <a:gd name="connsiteX2" fmla="*/ 537744 w 537744"/>
                <a:gd name="connsiteY2" fmla="*/ 562788 h 562788"/>
                <a:gd name="connsiteX3" fmla="*/ 451422 w 537744"/>
                <a:gd name="connsiteY3" fmla="*/ 554086 h 562788"/>
                <a:gd name="connsiteX4" fmla="*/ 0 w 537744"/>
                <a:gd name="connsiteY4" fmla="*/ 211 h 562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88">
                  <a:moveTo>
                    <a:pt x="21" y="0"/>
                  </a:moveTo>
                  <a:lnTo>
                    <a:pt x="537744" y="0"/>
                  </a:lnTo>
                  <a:lnTo>
                    <a:pt x="537744" y="562788"/>
                  </a:lnTo>
                  <a:lnTo>
                    <a:pt x="451422" y="554086"/>
                  </a:lnTo>
                  <a:cubicBezTo>
                    <a:pt x="193796" y="501368"/>
                    <a:pt x="0" y="273421"/>
                    <a:pt x="0" y="21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DF76EEB7-1E87-0447-8CD6-DD220CF4EE59}"/>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BA8AE526-3A03-9B41-8C9F-27156E701CF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D08D72-182D-C947-B3F7-B74948D0849B}"/>
              </a:ext>
            </a:extLst>
          </p:cNvPr>
          <p:cNvSpPr>
            <a:spLocks noGrp="1"/>
          </p:cNvSpPr>
          <p:nvPr>
            <p:ph type="dt" sz="half" idx="10"/>
          </p:nvPr>
        </p:nvSpPr>
        <p:spPr/>
        <p:txBody>
          <a:bodyPr/>
          <a:lstStyle/>
          <a:p>
            <a:fld id="{CF6D5CB5-6A31-435C-B505-020F49611071}" type="datetime1">
              <a:rPr lang="en-US" smtClean="0"/>
              <a:t>2/24/2026</a:t>
            </a:fld>
            <a:endParaRPr lang="en-US" dirty="0"/>
          </a:p>
        </p:txBody>
      </p:sp>
      <p:sp>
        <p:nvSpPr>
          <p:cNvPr id="5" name="Footer Placeholder 4">
            <a:extLst>
              <a:ext uri="{FF2B5EF4-FFF2-40B4-BE49-F238E27FC236}">
                <a16:creationId xmlns:a16="http://schemas.microsoft.com/office/drawing/2014/main" id="{B076E396-D059-AF4D-A1D9-C1347978AAD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F8845B6-87C0-2F4A-8146-00E911CDF70D}"/>
              </a:ext>
            </a:extLst>
          </p:cNvPr>
          <p:cNvSpPr>
            <a:spLocks noGrp="1"/>
          </p:cNvSpPr>
          <p:nvPr>
            <p:ph type="sldNum" sz="quarter" idx="12"/>
          </p:nvPr>
        </p:nvSpPr>
        <p:spPr>
          <a:xfrm>
            <a:off x="7086480" y="6141085"/>
            <a:ext cx="813816" cy="365125"/>
          </a:xfrm>
        </p:spPr>
        <p:txBody>
          <a:bodyPr/>
          <a:lstStyle/>
          <a:p>
            <a:fld id="{49ABCAEC-7D34-E549-A96E-FCEDAADBE4B0}" type="slidenum">
              <a:rPr lang="en-US" smtClean="0"/>
              <a:t>‹#›</a:t>
            </a:fld>
            <a:endParaRPr lang="en-US"/>
          </a:p>
        </p:txBody>
      </p:sp>
      <p:cxnSp>
        <p:nvCxnSpPr>
          <p:cNvPr id="7" name="Straight Connector 6">
            <a:extLst>
              <a:ext uri="{FF2B5EF4-FFF2-40B4-BE49-F238E27FC236}">
                <a16:creationId xmlns:a16="http://schemas.microsoft.com/office/drawing/2014/main" id="{A78A912D-4325-C449-BF2E-F331A221C695}"/>
              </a:ext>
            </a:extLst>
          </p:cNvPr>
          <p:cNvCxnSpPr>
            <a:cxnSpLocks/>
          </p:cNvCxnSpPr>
          <p:nvPr/>
        </p:nvCxnSpPr>
        <p:spPr>
          <a:xfrm>
            <a:off x="565150" y="6087110"/>
            <a:ext cx="7335146"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8396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C3803ECC-8207-244B-8051-94AA5304EDD9}"/>
              </a:ext>
            </a:extLst>
          </p:cNvPr>
          <p:cNvGrpSpPr/>
          <p:nvPr/>
        </p:nvGrpSpPr>
        <p:grpSpPr>
          <a:xfrm>
            <a:off x="10290315" y="0"/>
            <a:ext cx="1901686" cy="6858000"/>
            <a:chOff x="10290315" y="0"/>
            <a:chExt cx="1901686" cy="6858000"/>
          </a:xfrm>
        </p:grpSpPr>
        <p:sp>
          <p:nvSpPr>
            <p:cNvPr id="17" name="Freeform 16">
              <a:extLst>
                <a:ext uri="{FF2B5EF4-FFF2-40B4-BE49-F238E27FC236}">
                  <a16:creationId xmlns:a16="http://schemas.microsoft.com/office/drawing/2014/main" id="{CF2E8536-821C-3846-A152-2001B7BA4BC9}"/>
                </a:ext>
              </a:extLst>
            </p:cNvPr>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17">
              <a:extLst>
                <a:ext uri="{FF2B5EF4-FFF2-40B4-BE49-F238E27FC236}">
                  <a16:creationId xmlns:a16="http://schemas.microsoft.com/office/drawing/2014/main" id="{57A02781-FFB4-C04E-97FB-78D26A9E8F1C}"/>
                </a:ext>
              </a:extLst>
            </p:cNvPr>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a:extLst>
                <a:ext uri="{FF2B5EF4-FFF2-40B4-BE49-F238E27FC236}">
                  <a16:creationId xmlns:a16="http://schemas.microsoft.com/office/drawing/2014/main" id="{14C29607-37D2-7A4B-98E2-2C851CD6776C}"/>
                </a:ext>
              </a:extLst>
            </p:cNvPr>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a:extLst>
                <a:ext uri="{FF2B5EF4-FFF2-40B4-BE49-F238E27FC236}">
                  <a16:creationId xmlns:a16="http://schemas.microsoft.com/office/drawing/2014/main" id="{D12FC7BA-80CC-1C4E-B268-B3EEA08137F1}"/>
                </a:ext>
              </a:extLst>
            </p:cNvPr>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a:extLst>
                <a:ext uri="{FF2B5EF4-FFF2-40B4-BE49-F238E27FC236}">
                  <a16:creationId xmlns:a16="http://schemas.microsoft.com/office/drawing/2014/main" id="{BEBC8FB1-96B9-D84A-BD2A-BC8410EBE012}"/>
                </a:ext>
              </a:extLst>
            </p:cNvPr>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a:extLst>
                <a:ext uri="{FF2B5EF4-FFF2-40B4-BE49-F238E27FC236}">
                  <a16:creationId xmlns:a16="http://schemas.microsoft.com/office/drawing/2014/main" id="{5A8455B4-A778-B44D-A7E8-C45A4846D9F7}"/>
                </a:ext>
              </a:extLst>
            </p:cNvPr>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Vertical Title 1">
            <a:extLst>
              <a:ext uri="{FF2B5EF4-FFF2-40B4-BE49-F238E27FC236}">
                <a16:creationId xmlns:a16="http://schemas.microsoft.com/office/drawing/2014/main" id="{B0407CCA-80EF-2B45-8F8C-7D5796A61BC0}"/>
              </a:ext>
            </a:extLst>
          </p:cNvPr>
          <p:cNvSpPr>
            <a:spLocks noGrp="1"/>
          </p:cNvSpPr>
          <p:nvPr>
            <p:ph type="title" orient="vert"/>
          </p:nvPr>
        </p:nvSpPr>
        <p:spPr>
          <a:xfrm>
            <a:off x="8950095" y="976630"/>
            <a:ext cx="2268507" cy="478459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BAA221C3-F2D3-FC4F-938B-4C4CAC7370B1}"/>
              </a:ext>
            </a:extLst>
          </p:cNvPr>
          <p:cNvSpPr>
            <a:spLocks noGrp="1"/>
          </p:cNvSpPr>
          <p:nvPr>
            <p:ph type="body" orient="vert" idx="1"/>
          </p:nvPr>
        </p:nvSpPr>
        <p:spPr>
          <a:xfrm>
            <a:off x="565150" y="976630"/>
            <a:ext cx="8264057" cy="478459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B061B46-3E9A-AC48-8C84-5B46EA1EC583}"/>
              </a:ext>
            </a:extLst>
          </p:cNvPr>
          <p:cNvSpPr>
            <a:spLocks noGrp="1"/>
          </p:cNvSpPr>
          <p:nvPr>
            <p:ph type="dt" sz="half" idx="10"/>
          </p:nvPr>
        </p:nvSpPr>
        <p:spPr/>
        <p:txBody>
          <a:bodyPr/>
          <a:lstStyle/>
          <a:p>
            <a:fld id="{17B4914B-5307-43B3-AF62-966187F9648E}" type="datetime1">
              <a:rPr lang="en-US" smtClean="0"/>
              <a:t>2/24/2026</a:t>
            </a:fld>
            <a:endParaRPr lang="en-US"/>
          </a:p>
        </p:txBody>
      </p:sp>
      <p:sp>
        <p:nvSpPr>
          <p:cNvPr id="5" name="Footer Placeholder 4">
            <a:extLst>
              <a:ext uri="{FF2B5EF4-FFF2-40B4-BE49-F238E27FC236}">
                <a16:creationId xmlns:a16="http://schemas.microsoft.com/office/drawing/2014/main" id="{369F8F49-5859-714C-8EE1-61A74F324E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2B6F69-3FFA-D94F-BA99-873D36F7F69D}"/>
              </a:ext>
            </a:extLst>
          </p:cNvPr>
          <p:cNvSpPr>
            <a:spLocks noGrp="1"/>
          </p:cNvSpPr>
          <p:nvPr>
            <p:ph type="sldNum" sz="quarter" idx="12"/>
          </p:nvPr>
        </p:nvSpPr>
        <p:spPr/>
        <p:txBody>
          <a:bodyPr/>
          <a:lstStyle/>
          <a:p>
            <a:fld id="{49ABCAEC-7D34-E549-A96E-FCEDAADBE4B0}" type="slidenum">
              <a:rPr lang="en-US" smtClean="0"/>
              <a:t>‹#›</a:t>
            </a:fld>
            <a:endParaRPr lang="en-US"/>
          </a:p>
        </p:txBody>
      </p:sp>
      <p:cxnSp>
        <p:nvCxnSpPr>
          <p:cNvPr id="7" name="Straight Connector 6">
            <a:extLst>
              <a:ext uri="{FF2B5EF4-FFF2-40B4-BE49-F238E27FC236}">
                <a16:creationId xmlns:a16="http://schemas.microsoft.com/office/drawing/2014/main" id="{C31B40EC-87DB-A64F-9D4B-98A86F7CEFFF}"/>
              </a:ext>
            </a:extLst>
          </p:cNvPr>
          <p:cNvCxnSpPr>
            <a:cxnSpLocks/>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64862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70D98E2-86CE-4D4F-9F8F-17C83D19A271}"/>
              </a:ext>
            </a:extLst>
          </p:cNvPr>
          <p:cNvSpPr>
            <a:spLocks noGrp="1"/>
          </p:cNvSpPr>
          <p:nvPr>
            <p:ph type="title"/>
          </p:nvPr>
        </p:nvSpPr>
        <p:spPr>
          <a:xfrm>
            <a:off x="565150" y="770890"/>
            <a:ext cx="7335835" cy="1268984"/>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8804B4F2-48A4-A140-B59B-7A2ED9FD4653}"/>
              </a:ext>
            </a:extLst>
          </p:cNvPr>
          <p:cNvSpPr>
            <a:spLocks noGrp="1"/>
          </p:cNvSpPr>
          <p:nvPr>
            <p:ph type="body" idx="1"/>
          </p:nvPr>
        </p:nvSpPr>
        <p:spPr>
          <a:xfrm>
            <a:off x="565150" y="2160016"/>
            <a:ext cx="7335835" cy="360121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FCF4A7E-D5FF-BF48-8E01-8F46150ABFD5}"/>
              </a:ext>
            </a:extLst>
          </p:cNvPr>
          <p:cNvSpPr>
            <a:spLocks noGrp="1"/>
          </p:cNvSpPr>
          <p:nvPr>
            <p:ph type="dt" sz="half" idx="2"/>
          </p:nvPr>
        </p:nvSpPr>
        <p:spPr>
          <a:xfrm>
            <a:off x="566928" y="457200"/>
            <a:ext cx="3608205" cy="365125"/>
          </a:xfrm>
          <a:prstGeom prst="rect">
            <a:avLst/>
          </a:prstGeom>
        </p:spPr>
        <p:txBody>
          <a:bodyPr vert="horz" lIns="91440" tIns="45720" rIns="91440" bIns="45720" rtlCol="0" anchor="ctr"/>
          <a:lstStyle>
            <a:lvl1pPr algn="l">
              <a:defRPr sz="1050" b="0" i="0">
                <a:solidFill>
                  <a:schemeClr val="tx1">
                    <a:tint val="75000"/>
                  </a:schemeClr>
                </a:solidFill>
                <a:latin typeface="+mn-lt"/>
              </a:defRPr>
            </a:lvl1pPr>
          </a:lstStyle>
          <a:p>
            <a:fld id="{7BCE3A13-9C2D-4A66-BC48-E2428C12E689}" type="datetime1">
              <a:rPr lang="en-US" smtClean="0"/>
              <a:t>2/24/2026</a:t>
            </a:fld>
            <a:endParaRPr lang="en-US" dirty="0"/>
          </a:p>
        </p:txBody>
      </p:sp>
      <p:sp>
        <p:nvSpPr>
          <p:cNvPr id="5" name="Footer Placeholder 4">
            <a:extLst>
              <a:ext uri="{FF2B5EF4-FFF2-40B4-BE49-F238E27FC236}">
                <a16:creationId xmlns:a16="http://schemas.microsoft.com/office/drawing/2014/main" id="{CA131757-5039-BF46-B47A-50DA8FFBC078}"/>
              </a:ext>
            </a:extLst>
          </p:cNvPr>
          <p:cNvSpPr>
            <a:spLocks noGrp="1"/>
          </p:cNvSpPr>
          <p:nvPr>
            <p:ph type="ftr" sz="quarter" idx="3"/>
          </p:nvPr>
        </p:nvSpPr>
        <p:spPr>
          <a:xfrm>
            <a:off x="565150" y="6141085"/>
            <a:ext cx="3608205" cy="365125"/>
          </a:xfrm>
          <a:prstGeom prst="rect">
            <a:avLst/>
          </a:prstGeom>
        </p:spPr>
        <p:txBody>
          <a:bodyPr vert="horz" lIns="91440" tIns="45720" rIns="91440" bIns="45720" rtlCol="0" anchor="ctr"/>
          <a:lstStyle>
            <a:lvl1pPr algn="l">
              <a:defRPr sz="1050" b="0" i="0">
                <a:solidFill>
                  <a:schemeClr val="tx1">
                    <a:tint val="75000"/>
                  </a:schemeClr>
                </a:solidFill>
                <a:latin typeface="+mn-lt"/>
              </a:defRPr>
            </a:lvl1pPr>
          </a:lstStyle>
          <a:p>
            <a:endParaRPr lang="en-US" dirty="0"/>
          </a:p>
        </p:txBody>
      </p:sp>
      <p:sp>
        <p:nvSpPr>
          <p:cNvPr id="6" name="Slide Number Placeholder 5">
            <a:extLst>
              <a:ext uri="{FF2B5EF4-FFF2-40B4-BE49-F238E27FC236}">
                <a16:creationId xmlns:a16="http://schemas.microsoft.com/office/drawing/2014/main" id="{AA83FD16-4337-B940-905E-D20A26FD483A}"/>
              </a:ext>
            </a:extLst>
          </p:cNvPr>
          <p:cNvSpPr>
            <a:spLocks noGrp="1"/>
          </p:cNvSpPr>
          <p:nvPr>
            <p:ph type="sldNum" sz="quarter" idx="4"/>
          </p:nvPr>
        </p:nvSpPr>
        <p:spPr>
          <a:xfrm>
            <a:off x="10809678" y="6141085"/>
            <a:ext cx="813816" cy="365125"/>
          </a:xfrm>
          <a:prstGeom prst="rect">
            <a:avLst/>
          </a:prstGeom>
        </p:spPr>
        <p:txBody>
          <a:bodyPr vert="horz" lIns="91440" tIns="45720" rIns="91440" bIns="45720" rtlCol="0" anchor="ctr"/>
          <a:lstStyle>
            <a:lvl1pPr algn="r">
              <a:defRPr sz="1050" b="0" i="0">
                <a:solidFill>
                  <a:schemeClr val="tx1">
                    <a:tint val="75000"/>
                  </a:schemeClr>
                </a:solidFill>
                <a:latin typeface="+mn-lt"/>
              </a:defRPr>
            </a:lvl1pPr>
          </a:lstStyle>
          <a:p>
            <a:fld id="{49ABCAEC-7D34-E549-A96E-FCEDAADBE4B0}" type="slidenum">
              <a:rPr lang="en-US" smtClean="0"/>
              <a:pPr/>
              <a:t>‹#›</a:t>
            </a:fld>
            <a:endParaRPr lang="en-US" dirty="0"/>
          </a:p>
        </p:txBody>
      </p:sp>
    </p:spTree>
    <p:extLst>
      <p:ext uri="{BB962C8B-B14F-4D97-AF65-F5344CB8AC3E}">
        <p14:creationId xmlns:p14="http://schemas.microsoft.com/office/powerpoint/2010/main" val="1790493973"/>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Lst>
  <p:hf hdr="0" ftr="0"/>
  <p:txStyles>
    <p:title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900"/>
        </a:spcBef>
        <a:buFont typeface="Arial" panose="020B0604020202020204" pitchFamily="34" charset="0"/>
        <a:buChar char="•"/>
        <a:defRPr sz="2400" b="0" i="0" kern="1200">
          <a:solidFill>
            <a:schemeClr val="tx1"/>
          </a:solidFill>
          <a:latin typeface="+mn-lt"/>
          <a:ea typeface="+mn-ea"/>
          <a:cs typeface="+mn-cs"/>
        </a:defRPr>
      </a:lvl1pPr>
      <a:lvl2pPr marL="685800" indent="-228600" algn="l" defTabSz="914400" rtl="0" eaLnBrk="1" latinLnBrk="0" hangingPunct="1">
        <a:lnSpc>
          <a:spcPct val="100000"/>
        </a:lnSpc>
        <a:spcBef>
          <a:spcPts val="900"/>
        </a:spcBef>
        <a:buFont typeface="Arial" panose="020B0604020202020204" pitchFamily="34" charset="0"/>
        <a:buChar char="•"/>
        <a:defRPr sz="2000" b="0" i="0" kern="1200">
          <a:solidFill>
            <a:schemeClr val="tx1"/>
          </a:solidFill>
          <a:latin typeface="+mn-lt"/>
          <a:ea typeface="+mn-ea"/>
          <a:cs typeface="+mn-cs"/>
        </a:defRPr>
      </a:lvl2pPr>
      <a:lvl3pPr marL="1143000" indent="-228600" algn="l" defTabSz="914400" rtl="0" eaLnBrk="1" latinLnBrk="0" hangingPunct="1">
        <a:lnSpc>
          <a:spcPct val="100000"/>
        </a:lnSpc>
        <a:spcBef>
          <a:spcPts val="900"/>
        </a:spcBef>
        <a:buFont typeface="Arial" panose="020B0604020202020204" pitchFamily="34" charset="0"/>
        <a:buChar char="•"/>
        <a:defRPr sz="1800" b="0" i="0" kern="1200">
          <a:solidFill>
            <a:schemeClr val="tx1"/>
          </a:solidFill>
          <a:latin typeface="+mn-lt"/>
          <a:ea typeface="+mn-ea"/>
          <a:cs typeface="+mn-cs"/>
        </a:defRPr>
      </a:lvl3pPr>
      <a:lvl4pPr marL="1600200" indent="-228600" algn="l" defTabSz="914400" rtl="0" eaLnBrk="1" latinLnBrk="0" hangingPunct="1">
        <a:lnSpc>
          <a:spcPct val="100000"/>
        </a:lnSpc>
        <a:spcBef>
          <a:spcPts val="900"/>
        </a:spcBef>
        <a:buFont typeface="Arial" panose="020B0604020202020204" pitchFamily="34" charset="0"/>
        <a:buChar char="•"/>
        <a:defRPr sz="1600" b="0" i="0" kern="1200">
          <a:solidFill>
            <a:schemeClr val="tx1"/>
          </a:solidFill>
          <a:latin typeface="+mn-lt"/>
          <a:ea typeface="+mn-ea"/>
          <a:cs typeface="+mn-cs"/>
        </a:defRPr>
      </a:lvl4pPr>
      <a:lvl5pPr marL="2057400" indent="-228600" algn="l" defTabSz="914400" rtl="0" eaLnBrk="1" latinLnBrk="0" hangingPunct="1">
        <a:lnSpc>
          <a:spcPct val="100000"/>
        </a:lnSpc>
        <a:spcBef>
          <a:spcPts val="9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5" name="Group 10">
            <a:extLst>
              <a:ext uri="{FF2B5EF4-FFF2-40B4-BE49-F238E27FC236}">
                <a16:creationId xmlns:a16="http://schemas.microsoft.com/office/drawing/2014/main" id="{F0CAFDA3-320A-C24D-A7A1-20C1267EC98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928528" y="0"/>
            <a:ext cx="3263472" cy="6858000"/>
            <a:chOff x="8928528" y="0"/>
            <a:chExt cx="3263472" cy="6858000"/>
          </a:xfrm>
        </p:grpSpPr>
        <p:sp>
          <p:nvSpPr>
            <p:cNvPr id="12" name="Oval 11">
              <a:extLst>
                <a:ext uri="{FF2B5EF4-FFF2-40B4-BE49-F238E27FC236}">
                  <a16:creationId xmlns:a16="http://schemas.microsoft.com/office/drawing/2014/main" id="{D2411669-6E2C-2243-99CD-6BC9D724FA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8528"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23">
              <a:extLst>
                <a:ext uri="{FF2B5EF4-FFF2-40B4-BE49-F238E27FC236}">
                  <a16:creationId xmlns:a16="http://schemas.microsoft.com/office/drawing/2014/main" id="{C4E0C522-0F40-ED44-A700-F1BCD1CF74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8528" y="0"/>
              <a:ext cx="1130724" cy="565573"/>
            </a:xfrm>
            <a:custGeom>
              <a:avLst/>
              <a:gdLst>
                <a:gd name="connsiteX0" fmla="*/ 22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2"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24">
              <a:extLst>
                <a:ext uri="{FF2B5EF4-FFF2-40B4-BE49-F238E27FC236}">
                  <a16:creationId xmlns:a16="http://schemas.microsoft.com/office/drawing/2014/main" id="{B79B4380-CBEC-C341-A10E-5EF9A85979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1391" y="6292417"/>
              <a:ext cx="1130724" cy="565583"/>
            </a:xfrm>
            <a:custGeom>
              <a:avLst/>
              <a:gdLst>
                <a:gd name="connsiteX0" fmla="*/ 565362 w 1130724"/>
                <a:gd name="connsiteY0" fmla="*/ 0 h 565583"/>
                <a:gd name="connsiteX1" fmla="*/ 1130724 w 1130724"/>
                <a:gd name="connsiteY1" fmla="*/ 565362 h 565583"/>
                <a:gd name="connsiteX2" fmla="*/ 1130702 w 1130724"/>
                <a:gd name="connsiteY2" fmla="*/ 565583 h 565583"/>
                <a:gd name="connsiteX3" fmla="*/ 22 w 1130724"/>
                <a:gd name="connsiteY3" fmla="*/ 565583 h 565583"/>
                <a:gd name="connsiteX4" fmla="*/ 0 w 1130724"/>
                <a:gd name="connsiteY4" fmla="*/ 565362 h 565583"/>
                <a:gd name="connsiteX5" fmla="*/ 565362 w 1130724"/>
                <a:gd name="connsiteY5" fmla="*/ 0 h 565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83">
                  <a:moveTo>
                    <a:pt x="565362" y="0"/>
                  </a:moveTo>
                  <a:cubicBezTo>
                    <a:pt x="877603" y="0"/>
                    <a:pt x="1130724" y="253121"/>
                    <a:pt x="1130724" y="565362"/>
                  </a:cubicBezTo>
                  <a:lnTo>
                    <a:pt x="1130702" y="565583"/>
                  </a:lnTo>
                  <a:lnTo>
                    <a:pt x="22" y="565583"/>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Oval 14">
              <a:extLst>
                <a:ext uri="{FF2B5EF4-FFF2-40B4-BE49-F238E27FC236}">
                  <a16:creationId xmlns:a16="http://schemas.microsoft.com/office/drawing/2014/main" id="{F04AD70E-5490-4C4E-A05D-D67949C51A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1392" y="354939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128A8883-9F24-0047-92B7-45B3D2E7D9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1392" y="2177876"/>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16">
              <a:extLst>
                <a:ext uri="{FF2B5EF4-FFF2-40B4-BE49-F238E27FC236}">
                  <a16:creationId xmlns:a16="http://schemas.microsoft.com/office/drawing/2014/main" id="{AAC3A3BB-FD2C-FB44-9478-FA87EF229D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1392" y="806363"/>
              <a:ext cx="1130724" cy="113072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28">
              <a:extLst>
                <a:ext uri="{FF2B5EF4-FFF2-40B4-BE49-F238E27FC236}">
                  <a16:creationId xmlns:a16="http://schemas.microsoft.com/office/drawing/2014/main" id="{BF46B3B1-E981-BB40-B916-51A6D38519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1392"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Freeform 29">
              <a:extLst>
                <a:ext uri="{FF2B5EF4-FFF2-40B4-BE49-F238E27FC236}">
                  <a16:creationId xmlns:a16="http://schemas.microsoft.com/office/drawing/2014/main" id="{EA7DAE92-7D6B-B042-83BE-047C8EC322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4256" y="6295201"/>
              <a:ext cx="537744" cy="562799"/>
            </a:xfrm>
            <a:custGeom>
              <a:avLst/>
              <a:gdLst>
                <a:gd name="connsiteX0" fmla="*/ 537744 w 537744"/>
                <a:gd name="connsiteY0" fmla="*/ 0 h 562799"/>
                <a:gd name="connsiteX1" fmla="*/ 537744 w 537744"/>
                <a:gd name="connsiteY1" fmla="*/ 562799 h 562799"/>
                <a:gd name="connsiteX2" fmla="*/ 22 w 537744"/>
                <a:gd name="connsiteY2" fmla="*/ 562799 h 562799"/>
                <a:gd name="connsiteX3" fmla="*/ 0 w 537744"/>
                <a:gd name="connsiteY3" fmla="*/ 562578 h 562799"/>
                <a:gd name="connsiteX4" fmla="*/ 451422 w 537744"/>
                <a:gd name="connsiteY4" fmla="*/ 8702 h 562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99">
                  <a:moveTo>
                    <a:pt x="537744" y="0"/>
                  </a:moveTo>
                  <a:lnTo>
                    <a:pt x="537744" y="562799"/>
                  </a:lnTo>
                  <a:lnTo>
                    <a:pt x="22" y="562799"/>
                  </a:lnTo>
                  <a:lnTo>
                    <a:pt x="0" y="562578"/>
                  </a:ln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30">
              <a:extLst>
                <a:ext uri="{FF2B5EF4-FFF2-40B4-BE49-F238E27FC236}">
                  <a16:creationId xmlns:a16="http://schemas.microsoft.com/office/drawing/2014/main" id="{06AADCE6-4277-EA49-AF23-63B53CA677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4256" y="4923687"/>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8" name="Freeform 31">
              <a:extLst>
                <a:ext uri="{FF2B5EF4-FFF2-40B4-BE49-F238E27FC236}">
                  <a16:creationId xmlns:a16="http://schemas.microsoft.com/office/drawing/2014/main" id="{58CEA343-047B-DF4E-A7A8-881C7740EA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4256" y="3552173"/>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32">
              <a:extLst>
                <a:ext uri="{FF2B5EF4-FFF2-40B4-BE49-F238E27FC236}">
                  <a16:creationId xmlns:a16="http://schemas.microsoft.com/office/drawing/2014/main" id="{FCCBAA07-17CE-2740-AA04-AEDA5EAD27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4256" y="2180659"/>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Freeform 33">
              <a:extLst>
                <a:ext uri="{FF2B5EF4-FFF2-40B4-BE49-F238E27FC236}">
                  <a16:creationId xmlns:a16="http://schemas.microsoft.com/office/drawing/2014/main" id="{BF15C430-7951-6040-BD4C-4E996E9448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4256" y="809146"/>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34">
              <a:extLst>
                <a:ext uri="{FF2B5EF4-FFF2-40B4-BE49-F238E27FC236}">
                  <a16:creationId xmlns:a16="http://schemas.microsoft.com/office/drawing/2014/main" id="{0B3467F9-370D-5C4C-9EDE-E0CA0E4015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4256" y="0"/>
              <a:ext cx="537744" cy="562788"/>
            </a:xfrm>
            <a:custGeom>
              <a:avLst/>
              <a:gdLst>
                <a:gd name="connsiteX0" fmla="*/ 21 w 537744"/>
                <a:gd name="connsiteY0" fmla="*/ 0 h 562788"/>
                <a:gd name="connsiteX1" fmla="*/ 537744 w 537744"/>
                <a:gd name="connsiteY1" fmla="*/ 0 h 562788"/>
                <a:gd name="connsiteX2" fmla="*/ 537744 w 537744"/>
                <a:gd name="connsiteY2" fmla="*/ 562788 h 562788"/>
                <a:gd name="connsiteX3" fmla="*/ 451422 w 537744"/>
                <a:gd name="connsiteY3" fmla="*/ 554086 h 562788"/>
                <a:gd name="connsiteX4" fmla="*/ 0 w 537744"/>
                <a:gd name="connsiteY4" fmla="*/ 211 h 562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88">
                  <a:moveTo>
                    <a:pt x="21" y="0"/>
                  </a:moveTo>
                  <a:lnTo>
                    <a:pt x="537744" y="0"/>
                  </a:lnTo>
                  <a:lnTo>
                    <a:pt x="537744" y="562788"/>
                  </a:lnTo>
                  <a:lnTo>
                    <a:pt x="451422" y="554086"/>
                  </a:lnTo>
                  <a:cubicBezTo>
                    <a:pt x="193796" y="501368"/>
                    <a:pt x="0" y="273421"/>
                    <a:pt x="0" y="21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26" name="Straight Connector 25">
            <a:extLst>
              <a:ext uri="{FF2B5EF4-FFF2-40B4-BE49-F238E27FC236}">
                <a16:creationId xmlns:a16="http://schemas.microsoft.com/office/drawing/2014/main" id="{8231D73A-BA91-794F-8C09-4F4B41A6D08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7335835"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useBgFill="1">
        <p:nvSpPr>
          <p:cNvPr id="28" name="Rectangle 27">
            <a:extLst>
              <a:ext uri="{FF2B5EF4-FFF2-40B4-BE49-F238E27FC236}">
                <a16:creationId xmlns:a16="http://schemas.microsoft.com/office/drawing/2014/main" id="{C7F2E4D6-EF46-1C43-8F3E-3620C3C83F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a:extLst>
              <a:ext uri="{FF2B5EF4-FFF2-40B4-BE49-F238E27FC236}">
                <a16:creationId xmlns:a16="http://schemas.microsoft.com/office/drawing/2014/main" id="{7A00BDF4-7643-A942-A588-F24E4E09AAD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90315" y="0"/>
            <a:ext cx="1901686" cy="4677439"/>
            <a:chOff x="10290315" y="0"/>
            <a:chExt cx="1901686" cy="4677439"/>
          </a:xfrm>
        </p:grpSpPr>
        <p:sp>
          <p:nvSpPr>
            <p:cNvPr id="31" name="Freeform 32">
              <a:extLst>
                <a:ext uri="{FF2B5EF4-FFF2-40B4-BE49-F238E27FC236}">
                  <a16:creationId xmlns:a16="http://schemas.microsoft.com/office/drawing/2014/main" id="{90B25A21-16B9-8D47-928B-2367A0B8C0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34">
              <a:extLst>
                <a:ext uri="{FF2B5EF4-FFF2-40B4-BE49-F238E27FC236}">
                  <a16:creationId xmlns:a16="http://schemas.microsoft.com/office/drawing/2014/main" id="{E5E64190-3AC0-0A48-9917-5FAE935A85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47">
              <a:extLst>
                <a:ext uri="{FF2B5EF4-FFF2-40B4-BE49-F238E27FC236}">
                  <a16:creationId xmlns:a16="http://schemas.microsoft.com/office/drawing/2014/main" id="{AE71CDB8-B430-F14E-99C8-E6AAB8E21C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48">
              <a:extLst>
                <a:ext uri="{FF2B5EF4-FFF2-40B4-BE49-F238E27FC236}">
                  <a16:creationId xmlns:a16="http://schemas.microsoft.com/office/drawing/2014/main" id="{DCA37B0A-FCCC-7642-B70D-56AD500498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9FB28281-3783-403A-B1AB-0182A003DFE3}"/>
              </a:ext>
            </a:extLst>
          </p:cNvPr>
          <p:cNvSpPr>
            <a:spLocks noGrp="1"/>
          </p:cNvSpPr>
          <p:nvPr>
            <p:ph type="ctrTitle"/>
          </p:nvPr>
        </p:nvSpPr>
        <p:spPr>
          <a:xfrm>
            <a:off x="5021117" y="2528505"/>
            <a:ext cx="6400999" cy="1268984"/>
          </a:xfrm>
        </p:spPr>
        <p:txBody>
          <a:bodyPr vert="horz" lIns="91440" tIns="45720" rIns="91440" bIns="45720" rtlCol="0" anchor="t">
            <a:normAutofit/>
          </a:bodyPr>
          <a:lstStyle/>
          <a:p>
            <a:r>
              <a:rPr lang="en-US" sz="4400" dirty="0">
                <a:latin typeface="Times New Roman" pitchFamily="18" charset="0"/>
                <a:cs typeface="Times New Roman" pitchFamily="18" charset="0"/>
              </a:rPr>
              <a:t>Process</a:t>
            </a:r>
          </a:p>
        </p:txBody>
      </p:sp>
      <p:sp>
        <p:nvSpPr>
          <p:cNvPr id="6" name="TextBox 5">
            <a:extLst>
              <a:ext uri="{FF2B5EF4-FFF2-40B4-BE49-F238E27FC236}">
                <a16:creationId xmlns:a16="http://schemas.microsoft.com/office/drawing/2014/main" id="{4F62A341-1775-4352-8054-B2E1B843FBC8}"/>
              </a:ext>
            </a:extLst>
          </p:cNvPr>
          <p:cNvSpPr txBox="1"/>
          <p:nvPr/>
        </p:nvSpPr>
        <p:spPr>
          <a:xfrm>
            <a:off x="5224243" y="4288754"/>
            <a:ext cx="6400999" cy="981185"/>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defTabSz="914400">
              <a:spcBef>
                <a:spcPts val="900"/>
              </a:spcBef>
            </a:pPr>
            <a:r>
              <a:rPr lang="en-US" sz="1600" dirty="0">
                <a:latin typeface="Times New Roman"/>
                <a:cs typeface="Times New Roman"/>
              </a:rPr>
              <a:t>Nazneen Akhter ​</a:t>
            </a:r>
          </a:p>
          <a:p>
            <a:pPr defTabSz="914400">
              <a:spcBef>
                <a:spcPts val="900"/>
              </a:spcBef>
            </a:pPr>
            <a:r>
              <a:rPr lang="en-US" sz="1600">
                <a:latin typeface="Times New Roman"/>
                <a:cs typeface="Times New Roman"/>
              </a:rPr>
              <a:t>Assistant Professor​</a:t>
            </a:r>
            <a:endParaRPr lang="en-US" sz="1600" dirty="0">
              <a:latin typeface="Times New Roman"/>
              <a:cs typeface="Times New Roman"/>
            </a:endParaRPr>
          </a:p>
          <a:p>
            <a:pPr defTabSz="914400">
              <a:spcBef>
                <a:spcPts val="900"/>
              </a:spcBef>
            </a:pPr>
            <a:r>
              <a:rPr lang="en-US" sz="1600" dirty="0">
                <a:latin typeface="Times New Roman"/>
                <a:cs typeface="Times New Roman"/>
              </a:rPr>
              <a:t>Dept. of ICT​</a:t>
            </a:r>
          </a:p>
          <a:p>
            <a:pPr defTabSz="914400">
              <a:spcBef>
                <a:spcPts val="900"/>
              </a:spcBef>
            </a:pPr>
            <a:r>
              <a:rPr lang="en-US" sz="1600" dirty="0">
                <a:latin typeface="Times New Roman"/>
                <a:cs typeface="Times New Roman"/>
              </a:rPr>
              <a:t>Faculty of Science and Technology​</a:t>
            </a:r>
          </a:p>
          <a:p>
            <a:pPr defTabSz="914400">
              <a:spcBef>
                <a:spcPts val="900"/>
              </a:spcBef>
            </a:pPr>
            <a:r>
              <a:rPr lang="en-US" sz="1600" dirty="0">
                <a:latin typeface="Times New Roman"/>
                <a:cs typeface="Times New Roman"/>
              </a:rPr>
              <a:t>Bangladesh University of Professionals (BUP) ​</a:t>
            </a:r>
          </a:p>
          <a:p>
            <a:pPr defTabSz="914400">
              <a:spcBef>
                <a:spcPts val="900"/>
              </a:spcBef>
            </a:pPr>
            <a:r>
              <a:rPr lang="en-US" sz="1600" dirty="0">
                <a:latin typeface="Times New Roman"/>
                <a:cs typeface="Times New Roman"/>
              </a:rPr>
              <a:t>​</a:t>
            </a:r>
          </a:p>
          <a:p>
            <a:pPr defTabSz="914400">
              <a:spcBef>
                <a:spcPts val="900"/>
              </a:spcBef>
            </a:pPr>
            <a:r>
              <a:rPr lang="en-US" sz="1600" dirty="0">
                <a:latin typeface="Times New Roman"/>
                <a:cs typeface="Times New Roman"/>
              </a:rPr>
              <a:t>​</a:t>
            </a:r>
          </a:p>
          <a:p>
            <a:pPr defTabSz="914400">
              <a:spcBef>
                <a:spcPts val="900"/>
              </a:spcBef>
            </a:pPr>
            <a:r>
              <a:rPr lang="en-US" sz="1600" dirty="0">
                <a:latin typeface="Times New Roman"/>
                <a:cs typeface="Times New Roman"/>
              </a:rPr>
              <a:t>​</a:t>
            </a:r>
          </a:p>
          <a:p>
            <a:pPr defTabSz="914400">
              <a:spcBef>
                <a:spcPts val="900"/>
              </a:spcBef>
            </a:pPr>
            <a:r>
              <a:rPr lang="en-US" sz="1600" dirty="0">
                <a:latin typeface="Times New Roman"/>
                <a:cs typeface="Times New Roman"/>
              </a:rPr>
              <a:t>​</a:t>
            </a:r>
          </a:p>
        </p:txBody>
      </p:sp>
      <p:pic>
        <p:nvPicPr>
          <p:cNvPr id="40" name="Picture 2">
            <a:extLst>
              <a:ext uri="{FF2B5EF4-FFF2-40B4-BE49-F238E27FC236}">
                <a16:creationId xmlns:a16="http://schemas.microsoft.com/office/drawing/2014/main" id="{656D5BD5-89AF-45CD-B682-1519B67BD793}"/>
              </a:ext>
            </a:extLst>
          </p:cNvPr>
          <p:cNvPicPr>
            <a:picLocks noChangeAspect="1"/>
          </p:cNvPicPr>
          <p:nvPr/>
        </p:nvPicPr>
        <p:blipFill rotWithShape="1">
          <a:blip r:embed="rId3"/>
          <a:srcRect l="5411" r="52577" b="4"/>
          <a:stretch/>
        </p:blipFill>
        <p:spPr>
          <a:xfrm>
            <a:off x="20" y="1"/>
            <a:ext cx="4657325" cy="6857999"/>
          </a:xfrm>
          <a:prstGeom prst="rect">
            <a:avLst/>
          </a:prstGeom>
        </p:spPr>
      </p:pic>
      <p:cxnSp>
        <p:nvCxnSpPr>
          <p:cNvPr id="36" name="Straight Connector 35">
            <a:extLst>
              <a:ext uri="{FF2B5EF4-FFF2-40B4-BE49-F238E27FC236}">
                <a16:creationId xmlns:a16="http://schemas.microsoft.com/office/drawing/2014/main" id="{BF3CF3DF-4809-5B42-9F22-98139137929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24243" y="6087110"/>
            <a:ext cx="6400999"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41" name="Picture 40" descr="A picture containing text, clipart&#10;&#10;Description automatically generated">
            <a:extLst>
              <a:ext uri="{FF2B5EF4-FFF2-40B4-BE49-F238E27FC236}">
                <a16:creationId xmlns:a16="http://schemas.microsoft.com/office/drawing/2014/main" id="{327E2929-382A-44D5-A008-9F121CB38725}"/>
              </a:ext>
            </a:extLst>
          </p:cNvPr>
          <p:cNvPicPr>
            <a:picLocks noChangeAspect="1"/>
          </p:cNvPicPr>
          <p:nvPr/>
        </p:nvPicPr>
        <p:blipFill>
          <a:blip r:embed="rId4"/>
          <a:stretch>
            <a:fillRect/>
          </a:stretch>
        </p:blipFill>
        <p:spPr>
          <a:xfrm>
            <a:off x="10988733" y="1"/>
            <a:ext cx="1273018" cy="1248669"/>
          </a:xfrm>
          <a:prstGeom prst="rect">
            <a:avLst/>
          </a:prstGeom>
        </p:spPr>
      </p:pic>
      <p:sp>
        <p:nvSpPr>
          <p:cNvPr id="4" name="Date Placeholder 3"/>
          <p:cNvSpPr>
            <a:spLocks noGrp="1"/>
          </p:cNvSpPr>
          <p:nvPr>
            <p:ph type="dt" sz="half" idx="10"/>
          </p:nvPr>
        </p:nvSpPr>
        <p:spPr/>
        <p:txBody>
          <a:bodyPr/>
          <a:lstStyle/>
          <a:p>
            <a:pPr algn="l"/>
            <a:fld id="{3DBFA242-13AB-4392-B981-57017B90B55B}" type="datetime1">
              <a:rPr lang="en-US" smtClean="0"/>
              <a:t>2/24/2026</a:t>
            </a:fld>
            <a:endParaRPr lang="en-US" dirty="0"/>
          </a:p>
        </p:txBody>
      </p:sp>
      <p:sp>
        <p:nvSpPr>
          <p:cNvPr id="5" name="Slide Number Placeholder 4"/>
          <p:cNvSpPr>
            <a:spLocks noGrp="1"/>
          </p:cNvSpPr>
          <p:nvPr>
            <p:ph type="sldNum" sz="quarter" idx="12"/>
          </p:nvPr>
        </p:nvSpPr>
        <p:spPr/>
        <p:txBody>
          <a:bodyPr/>
          <a:lstStyle/>
          <a:p>
            <a:fld id="{49ABCAEC-7D34-E549-A96E-FCEDAADBE4B0}" type="slidenum">
              <a:rPr lang="en-US" smtClean="0"/>
              <a:t>1</a:t>
            </a:fld>
            <a:endParaRPr lang="en-US" dirty="0"/>
          </a:p>
        </p:txBody>
      </p:sp>
    </p:spTree>
    <p:extLst>
      <p:ext uri="{BB962C8B-B14F-4D97-AF65-F5344CB8AC3E}">
        <p14:creationId xmlns:p14="http://schemas.microsoft.com/office/powerpoint/2010/main" val="5537265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EFE82FE-7465-AE46-88DF-34D347E83B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F9A876-69D9-4ADE-B0B8-AF80FD905670}"/>
              </a:ext>
            </a:extLst>
          </p:cNvPr>
          <p:cNvSpPr>
            <a:spLocks noGrp="1"/>
          </p:cNvSpPr>
          <p:nvPr>
            <p:ph type="title"/>
          </p:nvPr>
        </p:nvSpPr>
        <p:spPr>
          <a:xfrm>
            <a:off x="565150" y="770890"/>
            <a:ext cx="10130224" cy="1268984"/>
          </a:xfrm>
        </p:spPr>
        <p:txBody>
          <a:bodyPr>
            <a:normAutofit/>
          </a:bodyPr>
          <a:lstStyle/>
          <a:p>
            <a:pPr algn="ctr"/>
            <a:r>
              <a:rPr lang="en-US" sz="3200" dirty="0">
                <a:latin typeface="Times New Roman"/>
                <a:cs typeface="Times New Roman"/>
              </a:rPr>
              <a:t>Introduction</a:t>
            </a:r>
          </a:p>
        </p:txBody>
      </p:sp>
      <p:sp>
        <p:nvSpPr>
          <p:cNvPr id="3" name="Content Placeholder 2">
            <a:extLst>
              <a:ext uri="{FF2B5EF4-FFF2-40B4-BE49-F238E27FC236}">
                <a16:creationId xmlns:a16="http://schemas.microsoft.com/office/drawing/2014/main" id="{E2A262C4-CDAB-48A1-BB9A-3A14E5BF20EC}"/>
              </a:ext>
            </a:extLst>
          </p:cNvPr>
          <p:cNvSpPr>
            <a:spLocks noGrp="1"/>
          </p:cNvSpPr>
          <p:nvPr>
            <p:ph idx="1"/>
          </p:nvPr>
        </p:nvSpPr>
        <p:spPr>
          <a:xfrm>
            <a:off x="565150" y="1628394"/>
            <a:ext cx="11172371" cy="3601212"/>
          </a:xfrm>
        </p:spPr>
        <p:txBody>
          <a:bodyPr vert="horz" lIns="91440" tIns="45720" rIns="91440" bIns="45720" rtlCol="0" anchor="t">
            <a:normAutofit/>
          </a:bodyPr>
          <a:lstStyle/>
          <a:p>
            <a:pPr algn="just"/>
            <a:r>
              <a:rPr lang="en-US" sz="2800" dirty="0">
                <a:latin typeface="Times New Roman"/>
                <a:ea typeface="+mn-lt"/>
                <a:cs typeface="+mn-lt"/>
              </a:rPr>
              <a:t>A process is basically a </a:t>
            </a:r>
            <a:r>
              <a:rPr lang="en-US" sz="2800" b="1" dirty="0">
                <a:solidFill>
                  <a:srgbClr val="FF0000"/>
                </a:solidFill>
                <a:latin typeface="Times New Roman"/>
                <a:ea typeface="+mn-lt"/>
                <a:cs typeface="+mn-lt"/>
              </a:rPr>
              <a:t>program in execution</a:t>
            </a:r>
            <a:endParaRPr lang="en-US" b="1" dirty="0">
              <a:solidFill>
                <a:srgbClr val="FF0000"/>
              </a:solidFill>
            </a:endParaRPr>
          </a:p>
          <a:p>
            <a:pPr algn="just"/>
            <a:r>
              <a:rPr lang="en-US" sz="2800" dirty="0">
                <a:latin typeface="Times New Roman"/>
                <a:ea typeface="+mn-lt"/>
                <a:cs typeface="+mn-lt"/>
              </a:rPr>
              <a:t>The execution of a process must progress in a </a:t>
            </a:r>
            <a:r>
              <a:rPr lang="en-US" sz="2800" dirty="0">
                <a:solidFill>
                  <a:srgbClr val="FF0000"/>
                </a:solidFill>
                <a:latin typeface="Times New Roman"/>
                <a:ea typeface="+mn-lt"/>
                <a:cs typeface="+mn-lt"/>
              </a:rPr>
              <a:t>sequential fashion</a:t>
            </a:r>
          </a:p>
          <a:p>
            <a:pPr algn="just"/>
            <a:r>
              <a:rPr lang="en-US" sz="2800" dirty="0">
                <a:latin typeface="Times New Roman"/>
                <a:ea typeface="+mn-lt"/>
                <a:cs typeface="+mn-lt"/>
              </a:rPr>
              <a:t> The difference between a process and a program is that a </a:t>
            </a:r>
            <a:r>
              <a:rPr lang="en-US" sz="2800" dirty="0">
                <a:solidFill>
                  <a:srgbClr val="FF0000"/>
                </a:solidFill>
                <a:latin typeface="Times New Roman"/>
                <a:ea typeface="+mn-lt"/>
                <a:cs typeface="+mn-lt"/>
              </a:rPr>
              <a:t>program is a group of instructions whereas the process is the activity</a:t>
            </a:r>
          </a:p>
          <a:p>
            <a:pPr algn="just"/>
            <a:r>
              <a:rPr lang="en-US" sz="2800" dirty="0">
                <a:latin typeface="Times New Roman"/>
                <a:ea typeface="+mn-lt"/>
                <a:cs typeface="+mn-lt"/>
              </a:rPr>
              <a:t> A program is </a:t>
            </a:r>
            <a:r>
              <a:rPr lang="en-US" sz="2800" dirty="0">
                <a:solidFill>
                  <a:srgbClr val="FF0000"/>
                </a:solidFill>
                <a:latin typeface="Times New Roman"/>
                <a:ea typeface="+mn-lt"/>
                <a:cs typeface="+mn-lt"/>
              </a:rPr>
              <a:t>passive</a:t>
            </a:r>
            <a:r>
              <a:rPr lang="en-US" sz="2800" dirty="0">
                <a:latin typeface="Times New Roman"/>
                <a:ea typeface="+mn-lt"/>
                <a:cs typeface="+mn-lt"/>
              </a:rPr>
              <a:t>; a process is </a:t>
            </a:r>
            <a:r>
              <a:rPr lang="en-US" sz="2800" dirty="0">
                <a:solidFill>
                  <a:srgbClr val="FF0000"/>
                </a:solidFill>
                <a:latin typeface="Times New Roman"/>
                <a:ea typeface="+mn-lt"/>
                <a:cs typeface="+mn-lt"/>
              </a:rPr>
              <a:t>active</a:t>
            </a:r>
          </a:p>
        </p:txBody>
      </p:sp>
      <p:grpSp>
        <p:nvGrpSpPr>
          <p:cNvPr id="10" name="Group 9">
            <a:extLst>
              <a:ext uri="{FF2B5EF4-FFF2-40B4-BE49-F238E27FC236}">
                <a16:creationId xmlns:a16="http://schemas.microsoft.com/office/drawing/2014/main" id="{0A30B600-877F-7746-B57D-25C3B476FE7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90315" y="0"/>
            <a:ext cx="1901686" cy="6858000"/>
            <a:chOff x="10290315" y="0"/>
            <a:chExt cx="1901686" cy="6858000"/>
          </a:xfrm>
        </p:grpSpPr>
        <p:sp>
          <p:nvSpPr>
            <p:cNvPr id="11" name="Freeform 43">
              <a:extLst>
                <a:ext uri="{FF2B5EF4-FFF2-40B4-BE49-F238E27FC236}">
                  <a16:creationId xmlns:a16="http://schemas.microsoft.com/office/drawing/2014/main" id="{2C3F9BC4-CA61-1545-AFCA-2998DE0A81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44">
              <a:extLst>
                <a:ext uri="{FF2B5EF4-FFF2-40B4-BE49-F238E27FC236}">
                  <a16:creationId xmlns:a16="http://schemas.microsoft.com/office/drawing/2014/main" id="{6DF9667B-A221-FF48-BE03-0BCECE0271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45">
              <a:extLst>
                <a:ext uri="{FF2B5EF4-FFF2-40B4-BE49-F238E27FC236}">
                  <a16:creationId xmlns:a16="http://schemas.microsoft.com/office/drawing/2014/main" id="{B043781C-7B99-5E41-ACB6-43554D9E34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46">
              <a:extLst>
                <a:ext uri="{FF2B5EF4-FFF2-40B4-BE49-F238E27FC236}">
                  <a16:creationId xmlns:a16="http://schemas.microsoft.com/office/drawing/2014/main" id="{24D64776-7D03-D04E-9D4F-4913424D1A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47">
              <a:extLst>
                <a:ext uri="{FF2B5EF4-FFF2-40B4-BE49-F238E27FC236}">
                  <a16:creationId xmlns:a16="http://schemas.microsoft.com/office/drawing/2014/main" id="{84D49EAC-E325-E74E-9875-A5B09696F6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48">
              <a:extLst>
                <a:ext uri="{FF2B5EF4-FFF2-40B4-BE49-F238E27FC236}">
                  <a16:creationId xmlns:a16="http://schemas.microsoft.com/office/drawing/2014/main" id="{A82CBB5F-9CE4-9F41-828D-030FF74ABE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18" name="Straight Connector 17">
            <a:extLst>
              <a:ext uri="{FF2B5EF4-FFF2-40B4-BE49-F238E27FC236}">
                <a16:creationId xmlns:a16="http://schemas.microsoft.com/office/drawing/2014/main" id="{BE2AC807-9FDE-674F-84BF-EC319D68324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17" name="Picture 16" descr="A picture containing text, clipart&#10;&#10;Description automatically generated">
            <a:extLst>
              <a:ext uri="{FF2B5EF4-FFF2-40B4-BE49-F238E27FC236}">
                <a16:creationId xmlns:a16="http://schemas.microsoft.com/office/drawing/2014/main" id="{327E2929-382A-44D5-A008-9F121CB38725}"/>
              </a:ext>
            </a:extLst>
          </p:cNvPr>
          <p:cNvPicPr>
            <a:picLocks noChangeAspect="1"/>
          </p:cNvPicPr>
          <p:nvPr/>
        </p:nvPicPr>
        <p:blipFill>
          <a:blip r:embed="rId3"/>
          <a:stretch>
            <a:fillRect/>
          </a:stretch>
        </p:blipFill>
        <p:spPr>
          <a:xfrm>
            <a:off x="10918983" y="-58762"/>
            <a:ext cx="1273018" cy="1248669"/>
          </a:xfrm>
          <a:prstGeom prst="rect">
            <a:avLst/>
          </a:prstGeom>
        </p:spPr>
      </p:pic>
      <p:sp>
        <p:nvSpPr>
          <p:cNvPr id="4" name="Date Placeholder 3"/>
          <p:cNvSpPr>
            <a:spLocks noGrp="1"/>
          </p:cNvSpPr>
          <p:nvPr>
            <p:ph type="dt" sz="half" idx="10"/>
          </p:nvPr>
        </p:nvSpPr>
        <p:spPr/>
        <p:txBody>
          <a:bodyPr/>
          <a:lstStyle/>
          <a:p>
            <a:fld id="{13103429-BA55-44DC-81D7-0B15104C9B32}" type="datetime1">
              <a:rPr lang="en-US" smtClean="0"/>
              <a:t>2/24/2026</a:t>
            </a:fld>
            <a:endParaRPr lang="en-US" dirty="0"/>
          </a:p>
        </p:txBody>
      </p:sp>
      <p:sp>
        <p:nvSpPr>
          <p:cNvPr id="5" name="Slide Number Placeholder 4"/>
          <p:cNvSpPr>
            <a:spLocks noGrp="1"/>
          </p:cNvSpPr>
          <p:nvPr>
            <p:ph type="sldNum" sz="quarter" idx="12"/>
          </p:nvPr>
        </p:nvSpPr>
        <p:spPr/>
        <p:txBody>
          <a:bodyPr/>
          <a:lstStyle/>
          <a:p>
            <a:fld id="{49ABCAEC-7D34-E549-A96E-FCEDAADBE4B0}" type="slidenum">
              <a:rPr lang="en-US" smtClean="0"/>
              <a:t>2</a:t>
            </a:fld>
            <a:endParaRPr lang="en-US"/>
          </a:p>
        </p:txBody>
      </p:sp>
    </p:spTree>
    <p:extLst>
      <p:ext uri="{BB962C8B-B14F-4D97-AF65-F5344CB8AC3E}">
        <p14:creationId xmlns:p14="http://schemas.microsoft.com/office/powerpoint/2010/main" val="17467561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EFE82FE-7465-AE46-88DF-34D347E83B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0F1C70-FA13-4A0C-BE46-88BD106C0CB8}"/>
              </a:ext>
            </a:extLst>
          </p:cNvPr>
          <p:cNvSpPr>
            <a:spLocks noGrp="1"/>
          </p:cNvSpPr>
          <p:nvPr>
            <p:ph type="title"/>
          </p:nvPr>
        </p:nvSpPr>
        <p:spPr>
          <a:xfrm>
            <a:off x="1015526" y="562898"/>
            <a:ext cx="9547841" cy="1268984"/>
          </a:xfrm>
        </p:spPr>
        <p:txBody>
          <a:bodyPr>
            <a:normAutofit/>
          </a:bodyPr>
          <a:lstStyle/>
          <a:p>
            <a:pPr algn="ctr"/>
            <a:r>
              <a:rPr lang="en-US" sz="3200" dirty="0">
                <a:latin typeface="Times New Roman"/>
                <a:cs typeface="Times New Roman"/>
              </a:rPr>
              <a:t>Introduction (Cont.)</a:t>
            </a:r>
            <a:endParaRPr lang="en-US" sz="3200" b="0" dirty="0">
              <a:ea typeface="+mj-lt"/>
              <a:cs typeface="+mj-lt"/>
            </a:endParaRPr>
          </a:p>
          <a:p>
            <a:endParaRPr lang="en-US" sz="3200" dirty="0"/>
          </a:p>
        </p:txBody>
      </p:sp>
      <p:sp>
        <p:nvSpPr>
          <p:cNvPr id="3" name="Content Placeholder 2">
            <a:extLst>
              <a:ext uri="{FF2B5EF4-FFF2-40B4-BE49-F238E27FC236}">
                <a16:creationId xmlns:a16="http://schemas.microsoft.com/office/drawing/2014/main" id="{630BB44E-E46B-49ED-BD0C-1317D00E134B}"/>
              </a:ext>
            </a:extLst>
          </p:cNvPr>
          <p:cNvSpPr>
            <a:spLocks noGrp="1"/>
          </p:cNvSpPr>
          <p:nvPr>
            <p:ph idx="1"/>
          </p:nvPr>
        </p:nvSpPr>
        <p:spPr>
          <a:xfrm>
            <a:off x="497915" y="1543692"/>
            <a:ext cx="6400999" cy="3601212"/>
          </a:xfrm>
        </p:spPr>
        <p:txBody>
          <a:bodyPr vert="horz" lIns="91440" tIns="45720" rIns="91440" bIns="45720" rtlCol="0" anchor="t">
            <a:normAutofit/>
          </a:bodyPr>
          <a:lstStyle/>
          <a:p>
            <a:pPr algn="just"/>
            <a:r>
              <a:rPr lang="en-US" sz="2800" dirty="0">
                <a:latin typeface="Times New Roman"/>
                <a:ea typeface="+mn-lt"/>
                <a:cs typeface="+mn-lt"/>
              </a:rPr>
              <a:t>When a program is loaded into the memory and it becomes a process, it can be divided into four sections ─ </a:t>
            </a:r>
          </a:p>
          <a:p>
            <a:pPr lvl="1" algn="just"/>
            <a:r>
              <a:rPr lang="en-US" sz="2800" dirty="0">
                <a:latin typeface="Times New Roman"/>
                <a:ea typeface="+mn-lt"/>
                <a:cs typeface="+mn-lt"/>
              </a:rPr>
              <a:t>Stack </a:t>
            </a:r>
          </a:p>
          <a:p>
            <a:pPr lvl="1" algn="just"/>
            <a:r>
              <a:rPr lang="en-US" sz="2800" dirty="0">
                <a:latin typeface="Times New Roman"/>
                <a:ea typeface="+mn-lt"/>
                <a:cs typeface="+mn-lt"/>
              </a:rPr>
              <a:t>Heap</a:t>
            </a:r>
          </a:p>
          <a:p>
            <a:pPr lvl="1" algn="just"/>
            <a:r>
              <a:rPr lang="en-US" sz="2800" dirty="0">
                <a:latin typeface="Times New Roman"/>
                <a:ea typeface="+mn-lt"/>
                <a:cs typeface="+mn-lt"/>
              </a:rPr>
              <a:t>Text</a:t>
            </a:r>
          </a:p>
          <a:p>
            <a:pPr lvl="1" algn="just"/>
            <a:r>
              <a:rPr lang="en-US" sz="2800" dirty="0">
                <a:latin typeface="Times New Roman"/>
                <a:ea typeface="+mn-lt"/>
                <a:cs typeface="+mn-lt"/>
              </a:rPr>
              <a:t>Data </a:t>
            </a:r>
            <a:endParaRPr lang="en-US" sz="2800" dirty="0">
              <a:latin typeface="Times New Roman"/>
              <a:cs typeface="Times New Roman"/>
            </a:endParaRPr>
          </a:p>
        </p:txBody>
      </p:sp>
      <p:grpSp>
        <p:nvGrpSpPr>
          <p:cNvPr id="11" name="Group 10">
            <a:extLst>
              <a:ext uri="{FF2B5EF4-FFF2-40B4-BE49-F238E27FC236}">
                <a16:creationId xmlns:a16="http://schemas.microsoft.com/office/drawing/2014/main" id="{1B5E71B3-7269-894E-A00B-31D341365F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90315" y="0"/>
            <a:ext cx="1901686" cy="4677439"/>
            <a:chOff x="10290315" y="0"/>
            <a:chExt cx="1901686" cy="4677439"/>
          </a:xfrm>
        </p:grpSpPr>
        <p:sp>
          <p:nvSpPr>
            <p:cNvPr id="12" name="Freeform 85">
              <a:extLst>
                <a:ext uri="{FF2B5EF4-FFF2-40B4-BE49-F238E27FC236}">
                  <a16:creationId xmlns:a16="http://schemas.microsoft.com/office/drawing/2014/main" id="{FFFA3A20-1539-CC4A-9BE1-7415FE5A98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87">
              <a:extLst>
                <a:ext uri="{FF2B5EF4-FFF2-40B4-BE49-F238E27FC236}">
                  <a16:creationId xmlns:a16="http://schemas.microsoft.com/office/drawing/2014/main" id="{44EBCCFB-8EAB-2442-8E02-293F08D50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89">
              <a:extLst>
                <a:ext uri="{FF2B5EF4-FFF2-40B4-BE49-F238E27FC236}">
                  <a16:creationId xmlns:a16="http://schemas.microsoft.com/office/drawing/2014/main" id="{AFD14830-CC36-D64E-8173-398042563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97">
              <a:extLst>
                <a:ext uri="{FF2B5EF4-FFF2-40B4-BE49-F238E27FC236}">
                  <a16:creationId xmlns:a16="http://schemas.microsoft.com/office/drawing/2014/main" id="{FAA40AB8-EB6E-A44D-B3CA-7D25B64F5A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17" name="Straight Connector 16">
            <a:extLst>
              <a:ext uri="{FF2B5EF4-FFF2-40B4-BE49-F238E27FC236}">
                <a16:creationId xmlns:a16="http://schemas.microsoft.com/office/drawing/2014/main" id="{EEA70831-9A8D-3B4D-8EA5-EE32F93E94E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6404372"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4" name="Picture 4" descr="Chart, box and whisker chart&#10;&#10;Description automatically generated">
            <a:extLst>
              <a:ext uri="{FF2B5EF4-FFF2-40B4-BE49-F238E27FC236}">
                <a16:creationId xmlns:a16="http://schemas.microsoft.com/office/drawing/2014/main" id="{C9C772BA-F9B1-40DB-BEC1-F734C1548A26}"/>
              </a:ext>
            </a:extLst>
          </p:cNvPr>
          <p:cNvPicPr>
            <a:picLocks noChangeAspect="1"/>
          </p:cNvPicPr>
          <p:nvPr/>
        </p:nvPicPr>
        <p:blipFill>
          <a:blip r:embed="rId2"/>
          <a:stretch>
            <a:fillRect/>
          </a:stretch>
        </p:blipFill>
        <p:spPr>
          <a:xfrm>
            <a:off x="7643194" y="1934412"/>
            <a:ext cx="3785380" cy="4792850"/>
          </a:xfrm>
          <a:prstGeom prst="rect">
            <a:avLst/>
          </a:prstGeom>
        </p:spPr>
      </p:pic>
      <p:pic>
        <p:nvPicPr>
          <p:cNvPr id="16" name="Picture 15" descr="A picture containing text, clipart&#10;&#10;Description automatically generated">
            <a:extLst>
              <a:ext uri="{FF2B5EF4-FFF2-40B4-BE49-F238E27FC236}">
                <a16:creationId xmlns:a16="http://schemas.microsoft.com/office/drawing/2014/main" id="{327E2929-382A-44D5-A008-9F121CB38725}"/>
              </a:ext>
            </a:extLst>
          </p:cNvPr>
          <p:cNvPicPr>
            <a:picLocks noChangeAspect="1"/>
          </p:cNvPicPr>
          <p:nvPr/>
        </p:nvPicPr>
        <p:blipFill>
          <a:blip r:embed="rId3"/>
          <a:stretch>
            <a:fillRect/>
          </a:stretch>
        </p:blipFill>
        <p:spPr>
          <a:xfrm>
            <a:off x="10971565" y="-17293"/>
            <a:ext cx="1273018" cy="1248669"/>
          </a:xfrm>
          <a:prstGeom prst="rect">
            <a:avLst/>
          </a:prstGeom>
        </p:spPr>
      </p:pic>
      <p:sp>
        <p:nvSpPr>
          <p:cNvPr id="5" name="Date Placeholder 4"/>
          <p:cNvSpPr>
            <a:spLocks noGrp="1"/>
          </p:cNvSpPr>
          <p:nvPr>
            <p:ph type="dt" sz="half" idx="10"/>
          </p:nvPr>
        </p:nvSpPr>
        <p:spPr/>
        <p:txBody>
          <a:bodyPr/>
          <a:lstStyle/>
          <a:p>
            <a:fld id="{8171E0C5-0F07-46DF-BCB6-679DA4CD5FB3}" type="datetime1">
              <a:rPr lang="en-US" smtClean="0"/>
              <a:t>2/24/2026</a:t>
            </a:fld>
            <a:endParaRPr lang="en-US" dirty="0"/>
          </a:p>
        </p:txBody>
      </p:sp>
      <p:sp>
        <p:nvSpPr>
          <p:cNvPr id="6" name="Slide Number Placeholder 5"/>
          <p:cNvSpPr>
            <a:spLocks noGrp="1"/>
          </p:cNvSpPr>
          <p:nvPr>
            <p:ph type="sldNum" sz="quarter" idx="12"/>
          </p:nvPr>
        </p:nvSpPr>
        <p:spPr/>
        <p:txBody>
          <a:bodyPr/>
          <a:lstStyle/>
          <a:p>
            <a:fld id="{49ABCAEC-7D34-E549-A96E-FCEDAADBE4B0}" type="slidenum">
              <a:rPr lang="en-US" smtClean="0"/>
              <a:t>3</a:t>
            </a:fld>
            <a:endParaRPr lang="en-US"/>
          </a:p>
        </p:txBody>
      </p:sp>
    </p:spTree>
    <p:extLst>
      <p:ext uri="{BB962C8B-B14F-4D97-AF65-F5344CB8AC3E}">
        <p14:creationId xmlns:p14="http://schemas.microsoft.com/office/powerpoint/2010/main" val="716208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9">
            <a:extLst>
              <a:ext uri="{FF2B5EF4-FFF2-40B4-BE49-F238E27FC236}">
                <a16:creationId xmlns:a16="http://schemas.microsoft.com/office/drawing/2014/main" id="{C7F2E4D6-EF46-1C43-8F3E-3620C3C83F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736D91-7031-4C69-BE7C-8BA647B33DFC}"/>
              </a:ext>
            </a:extLst>
          </p:cNvPr>
          <p:cNvSpPr>
            <a:spLocks noGrp="1"/>
          </p:cNvSpPr>
          <p:nvPr>
            <p:ph type="title"/>
          </p:nvPr>
        </p:nvSpPr>
        <p:spPr>
          <a:xfrm>
            <a:off x="2516323" y="457200"/>
            <a:ext cx="7335835" cy="820749"/>
          </a:xfrm>
        </p:spPr>
        <p:txBody>
          <a:bodyPr>
            <a:normAutofit/>
          </a:bodyPr>
          <a:lstStyle/>
          <a:p>
            <a:pPr algn="ctr"/>
            <a:r>
              <a:rPr lang="en-US" sz="3200" dirty="0">
                <a:latin typeface="Times New Roman"/>
                <a:cs typeface="Times New Roman"/>
              </a:rPr>
              <a:t>Introduction (Cont.)</a:t>
            </a:r>
            <a:endParaRPr lang="en-US" sz="3200" b="0" dirty="0">
              <a:latin typeface="Times New Roman"/>
              <a:ea typeface="+mj-lt"/>
              <a:cs typeface="+mj-lt"/>
            </a:endParaRPr>
          </a:p>
          <a:p>
            <a:pPr algn="ctr"/>
            <a:endParaRPr lang="en-US" sz="3200" b="0" dirty="0">
              <a:latin typeface="Times New Roman"/>
              <a:ea typeface="+mj-lt"/>
              <a:cs typeface="+mj-lt"/>
            </a:endParaRPr>
          </a:p>
          <a:p>
            <a:pPr algn="ctr"/>
            <a:endParaRPr lang="en-US" sz="3200" dirty="0">
              <a:latin typeface="Times New Roman"/>
              <a:cs typeface="Times New Roman"/>
            </a:endParaRPr>
          </a:p>
        </p:txBody>
      </p:sp>
      <p:cxnSp>
        <p:nvCxnSpPr>
          <p:cNvPr id="12" name="Straight Connector 11">
            <a:extLst>
              <a:ext uri="{FF2B5EF4-FFF2-40B4-BE49-F238E27FC236}">
                <a16:creationId xmlns:a16="http://schemas.microsoft.com/office/drawing/2014/main" id="{BF3CF3DF-4809-5B42-9F22-98139137929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7335835"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3E5FF700-0832-7346-B31E-5F46CCA102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90315" y="0"/>
            <a:ext cx="1901686" cy="6858000"/>
            <a:chOff x="10290315" y="0"/>
            <a:chExt cx="1901686" cy="6858000"/>
          </a:xfrm>
        </p:grpSpPr>
        <p:sp>
          <p:nvSpPr>
            <p:cNvPr id="9" name="Freeform 37">
              <a:extLst>
                <a:ext uri="{FF2B5EF4-FFF2-40B4-BE49-F238E27FC236}">
                  <a16:creationId xmlns:a16="http://schemas.microsoft.com/office/drawing/2014/main" id="{277D9C66-EBCA-9E4E-9915-3C23A41552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38">
              <a:extLst>
                <a:ext uri="{FF2B5EF4-FFF2-40B4-BE49-F238E27FC236}">
                  <a16:creationId xmlns:a16="http://schemas.microsoft.com/office/drawing/2014/main" id="{77EB4077-104B-084E-957D-3961E1A7B1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39">
              <a:extLst>
                <a:ext uri="{FF2B5EF4-FFF2-40B4-BE49-F238E27FC236}">
                  <a16:creationId xmlns:a16="http://schemas.microsoft.com/office/drawing/2014/main" id="{4357416B-B608-7C4E-A39F-CC84114218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40">
              <a:extLst>
                <a:ext uri="{FF2B5EF4-FFF2-40B4-BE49-F238E27FC236}">
                  <a16:creationId xmlns:a16="http://schemas.microsoft.com/office/drawing/2014/main" id="{C9272918-42EA-B449-A3F1-EE3EA89D9C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41">
              <a:extLst>
                <a:ext uri="{FF2B5EF4-FFF2-40B4-BE49-F238E27FC236}">
                  <a16:creationId xmlns:a16="http://schemas.microsoft.com/office/drawing/2014/main" id="{B17F1055-397A-B748-8042-F50B0EE39B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42">
              <a:extLst>
                <a:ext uri="{FF2B5EF4-FFF2-40B4-BE49-F238E27FC236}">
                  <a16:creationId xmlns:a16="http://schemas.microsoft.com/office/drawing/2014/main" id="{4B446987-771D-B443-A9EA-9D342077D1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aphicFrame>
        <p:nvGraphicFramePr>
          <p:cNvPr id="5" name="Table 5">
            <a:extLst>
              <a:ext uri="{FF2B5EF4-FFF2-40B4-BE49-F238E27FC236}">
                <a16:creationId xmlns:a16="http://schemas.microsoft.com/office/drawing/2014/main" id="{5CC386AE-6519-4F41-B642-38F70DBB3436}"/>
              </a:ext>
            </a:extLst>
          </p:cNvPr>
          <p:cNvGraphicFramePr>
            <a:graphicFrameLocks noGrp="1"/>
          </p:cNvGraphicFramePr>
          <p:nvPr>
            <p:ph idx="1"/>
            <p:extLst>
              <p:ext uri="{D42A27DB-BD31-4B8C-83A1-F6EECF244321}">
                <p14:modId xmlns:p14="http://schemas.microsoft.com/office/powerpoint/2010/main" val="2570484509"/>
              </p:ext>
            </p:extLst>
          </p:nvPr>
        </p:nvGraphicFramePr>
        <p:xfrm>
          <a:off x="240890" y="1645751"/>
          <a:ext cx="11710219" cy="4390739"/>
        </p:xfrm>
        <a:graphic>
          <a:graphicData uri="http://schemas.openxmlformats.org/drawingml/2006/table">
            <a:tbl>
              <a:tblPr firstRow="1" bandRow="1">
                <a:tableStyleId>{5C22544A-7EE6-4342-B048-85BDC9FD1C3A}</a:tableStyleId>
              </a:tblPr>
              <a:tblGrid>
                <a:gridCol w="1288026">
                  <a:extLst>
                    <a:ext uri="{9D8B030D-6E8A-4147-A177-3AD203B41FA5}">
                      <a16:colId xmlns:a16="http://schemas.microsoft.com/office/drawing/2014/main" val="233079518"/>
                    </a:ext>
                  </a:extLst>
                </a:gridCol>
                <a:gridCol w="10422193">
                  <a:extLst>
                    <a:ext uri="{9D8B030D-6E8A-4147-A177-3AD203B41FA5}">
                      <a16:colId xmlns:a16="http://schemas.microsoft.com/office/drawing/2014/main" val="2011228328"/>
                    </a:ext>
                  </a:extLst>
                </a:gridCol>
              </a:tblGrid>
              <a:tr h="604532">
                <a:tc>
                  <a:txBody>
                    <a:bodyPr/>
                    <a:lstStyle/>
                    <a:p>
                      <a:pPr lvl="0">
                        <a:buNone/>
                      </a:pPr>
                      <a:r>
                        <a:rPr lang="en-US" sz="2800" b="1" i="0" u="none" strike="noStrike" noProof="0" dirty="0">
                          <a:solidFill>
                            <a:schemeClr val="tx1"/>
                          </a:solidFill>
                          <a:latin typeface="Times New Roman" pitchFamily="18" charset="0"/>
                          <a:cs typeface="Times New Roman" pitchFamily="18" charset="0"/>
                        </a:rPr>
                        <a:t>S.N.</a:t>
                      </a:r>
                      <a:endParaRPr lang="en-US" sz="2800" b="1" dirty="0">
                        <a:solidFill>
                          <a:schemeClr val="tx1"/>
                        </a:solidFill>
                        <a:latin typeface="Times New Roman" pitchFamily="18" charset="0"/>
                        <a:cs typeface="Times New Roman" pitchFamily="18" charset="0"/>
                      </a:endParaRPr>
                    </a:p>
                  </a:txBody>
                  <a:tcPr marL="81336" marR="81336" marT="40668" marB="40668"/>
                </a:tc>
                <a:tc>
                  <a:txBody>
                    <a:bodyPr/>
                    <a:lstStyle/>
                    <a:p>
                      <a:pPr lvl="0">
                        <a:buNone/>
                      </a:pPr>
                      <a:r>
                        <a:rPr lang="en-US" sz="2800" b="1" i="0" u="none" strike="noStrike" noProof="0" dirty="0">
                          <a:solidFill>
                            <a:schemeClr val="tx1"/>
                          </a:solidFill>
                          <a:latin typeface="Times New Roman" pitchFamily="18" charset="0"/>
                          <a:cs typeface="Times New Roman" pitchFamily="18" charset="0"/>
                        </a:rPr>
                        <a:t>Component &amp; Description</a:t>
                      </a:r>
                      <a:endParaRPr lang="en-US" sz="2800" b="1" dirty="0">
                        <a:solidFill>
                          <a:schemeClr val="tx1"/>
                        </a:solidFill>
                        <a:latin typeface="Times New Roman" pitchFamily="18" charset="0"/>
                        <a:cs typeface="Times New Roman" pitchFamily="18" charset="0"/>
                      </a:endParaRPr>
                    </a:p>
                  </a:txBody>
                  <a:tcPr marL="81336" marR="81336" marT="40668" marB="40668"/>
                </a:tc>
                <a:extLst>
                  <a:ext uri="{0D108BD9-81ED-4DB2-BD59-A6C34878D82A}">
                    <a16:rowId xmlns:a16="http://schemas.microsoft.com/office/drawing/2014/main" val="569165088"/>
                  </a:ext>
                </a:extLst>
              </a:tr>
              <a:tr h="1245101">
                <a:tc>
                  <a:txBody>
                    <a:bodyPr/>
                    <a:lstStyle/>
                    <a:p>
                      <a:pPr lvl="0">
                        <a:buNone/>
                      </a:pPr>
                      <a:r>
                        <a:rPr lang="en-US" sz="2800" b="1" i="0" u="none" strike="noStrike" noProof="0" dirty="0">
                          <a:solidFill>
                            <a:schemeClr val="tx1"/>
                          </a:solidFill>
                          <a:latin typeface="Times New Roman" pitchFamily="18" charset="0"/>
                          <a:cs typeface="Times New Roman" pitchFamily="18" charset="0"/>
                        </a:rPr>
                        <a:t>Stack</a:t>
                      </a:r>
                      <a:endParaRPr lang="en-US" sz="2800" b="1">
                        <a:solidFill>
                          <a:schemeClr val="tx1"/>
                        </a:solidFill>
                        <a:latin typeface="Times New Roman" pitchFamily="18" charset="0"/>
                        <a:cs typeface="Times New Roman" pitchFamily="18" charset="0"/>
                      </a:endParaRPr>
                    </a:p>
                  </a:txBody>
                  <a:tcPr marL="81336" marR="81336" marT="40668" marB="40668"/>
                </a:tc>
                <a:tc>
                  <a:txBody>
                    <a:bodyPr/>
                    <a:lstStyle/>
                    <a:p>
                      <a:pPr lvl="0" algn="just">
                        <a:buNone/>
                      </a:pPr>
                      <a:r>
                        <a:rPr lang="en-US" sz="2800" b="0" i="0" u="none" strike="noStrike" noProof="0" dirty="0">
                          <a:solidFill>
                            <a:schemeClr val="tx1"/>
                          </a:solidFill>
                          <a:latin typeface="Times New Roman" pitchFamily="18" charset="0"/>
                          <a:cs typeface="Times New Roman" pitchFamily="18" charset="0"/>
                        </a:rPr>
                        <a:t>Stack contains the </a:t>
                      </a:r>
                      <a:r>
                        <a:rPr lang="en-US" sz="2800" b="1" i="0" u="none" strike="noStrike" noProof="0" dirty="0">
                          <a:solidFill>
                            <a:srgbClr val="FF0000"/>
                          </a:solidFill>
                          <a:latin typeface="Times New Roman" pitchFamily="18" charset="0"/>
                          <a:cs typeface="Times New Roman" pitchFamily="18" charset="0"/>
                        </a:rPr>
                        <a:t>temporary data</a:t>
                      </a:r>
                      <a:r>
                        <a:rPr lang="en-US" sz="2800" b="0" i="0" u="none" strike="noStrike" noProof="0" dirty="0">
                          <a:solidFill>
                            <a:schemeClr val="tx1"/>
                          </a:solidFill>
                          <a:latin typeface="Times New Roman" pitchFamily="18" charset="0"/>
                          <a:cs typeface="Times New Roman" pitchFamily="18" charset="0"/>
                        </a:rPr>
                        <a:t> such as method/function parameters, return address and local variables</a:t>
                      </a:r>
                      <a:endParaRPr lang="en-US" sz="2800" dirty="0">
                        <a:solidFill>
                          <a:schemeClr val="tx1"/>
                        </a:solidFill>
                        <a:latin typeface="Times New Roman" pitchFamily="18" charset="0"/>
                        <a:cs typeface="Times New Roman" pitchFamily="18" charset="0"/>
                      </a:endParaRPr>
                    </a:p>
                  </a:txBody>
                  <a:tcPr marL="81336" marR="81336" marT="40668" marB="40668"/>
                </a:tc>
                <a:extLst>
                  <a:ext uri="{0D108BD9-81ED-4DB2-BD59-A6C34878D82A}">
                    <a16:rowId xmlns:a16="http://schemas.microsoft.com/office/drawing/2014/main" val="398800093"/>
                  </a:ext>
                </a:extLst>
              </a:tr>
              <a:tr h="722655">
                <a:tc>
                  <a:txBody>
                    <a:bodyPr/>
                    <a:lstStyle/>
                    <a:p>
                      <a:pPr lvl="0">
                        <a:buNone/>
                      </a:pPr>
                      <a:r>
                        <a:rPr lang="en-US" sz="2800" b="1" i="0" u="none" strike="noStrike" noProof="0" dirty="0">
                          <a:solidFill>
                            <a:schemeClr val="tx1"/>
                          </a:solidFill>
                          <a:latin typeface="Times New Roman" pitchFamily="18" charset="0"/>
                          <a:cs typeface="Times New Roman" pitchFamily="18" charset="0"/>
                        </a:rPr>
                        <a:t>Heap </a:t>
                      </a:r>
                      <a:endParaRPr lang="en-US" sz="2800" b="1" dirty="0">
                        <a:solidFill>
                          <a:schemeClr val="tx1"/>
                        </a:solidFill>
                        <a:latin typeface="Times New Roman" pitchFamily="18" charset="0"/>
                        <a:cs typeface="Times New Roman" pitchFamily="18" charset="0"/>
                      </a:endParaRPr>
                    </a:p>
                  </a:txBody>
                  <a:tcPr marL="81336" marR="81336" marT="40668" marB="40668"/>
                </a:tc>
                <a:tc>
                  <a:txBody>
                    <a:bodyPr/>
                    <a:lstStyle/>
                    <a:p>
                      <a:pPr lvl="0" algn="just">
                        <a:buNone/>
                      </a:pPr>
                      <a:r>
                        <a:rPr lang="en-US" sz="2800" b="0" i="0" u="none" strike="noStrike" noProof="0" dirty="0">
                          <a:solidFill>
                            <a:schemeClr val="tx1"/>
                          </a:solidFill>
                          <a:latin typeface="Times New Roman" pitchFamily="18" charset="0"/>
                          <a:cs typeface="Times New Roman" pitchFamily="18" charset="0"/>
                        </a:rPr>
                        <a:t>This is </a:t>
                      </a:r>
                      <a:r>
                        <a:rPr lang="en-US" sz="2800" b="1" i="0" u="none" strike="noStrike" noProof="0" dirty="0">
                          <a:solidFill>
                            <a:srgbClr val="FF0000"/>
                          </a:solidFill>
                          <a:latin typeface="Times New Roman" pitchFamily="18" charset="0"/>
                          <a:cs typeface="Times New Roman" pitchFamily="18" charset="0"/>
                        </a:rPr>
                        <a:t>dynamically allocated memory</a:t>
                      </a:r>
                      <a:r>
                        <a:rPr lang="en-US" sz="2800" b="0" i="0" u="none" strike="noStrike" noProof="0" dirty="0">
                          <a:solidFill>
                            <a:srgbClr val="FF0000"/>
                          </a:solidFill>
                          <a:latin typeface="Times New Roman" pitchFamily="18" charset="0"/>
                          <a:cs typeface="Times New Roman" pitchFamily="18" charset="0"/>
                        </a:rPr>
                        <a:t> </a:t>
                      </a:r>
                      <a:r>
                        <a:rPr lang="en-US" sz="2800" b="0" i="0" u="none" strike="noStrike" noProof="0" dirty="0">
                          <a:solidFill>
                            <a:schemeClr val="tx1"/>
                          </a:solidFill>
                          <a:latin typeface="Times New Roman" pitchFamily="18" charset="0"/>
                          <a:cs typeface="Times New Roman" pitchFamily="18" charset="0"/>
                        </a:rPr>
                        <a:t>to a process during its run time</a:t>
                      </a:r>
                      <a:endParaRPr lang="en-US" sz="2800" dirty="0">
                        <a:solidFill>
                          <a:schemeClr val="tx1"/>
                        </a:solidFill>
                        <a:latin typeface="Times New Roman" pitchFamily="18" charset="0"/>
                        <a:cs typeface="Times New Roman" pitchFamily="18" charset="0"/>
                      </a:endParaRPr>
                    </a:p>
                  </a:txBody>
                  <a:tcPr marL="81336" marR="81336" marT="40668" marB="40668"/>
                </a:tc>
                <a:extLst>
                  <a:ext uri="{0D108BD9-81ED-4DB2-BD59-A6C34878D82A}">
                    <a16:rowId xmlns:a16="http://schemas.microsoft.com/office/drawing/2014/main" val="161382009"/>
                  </a:ext>
                </a:extLst>
              </a:tr>
              <a:tr h="1229032">
                <a:tc>
                  <a:txBody>
                    <a:bodyPr/>
                    <a:lstStyle/>
                    <a:p>
                      <a:pPr lvl="0">
                        <a:buNone/>
                      </a:pPr>
                      <a:r>
                        <a:rPr lang="en-US" sz="2800" b="1" i="0" u="none" strike="noStrike" noProof="0" dirty="0">
                          <a:solidFill>
                            <a:schemeClr val="tx1"/>
                          </a:solidFill>
                          <a:latin typeface="Times New Roman" pitchFamily="18" charset="0"/>
                          <a:cs typeface="Times New Roman" pitchFamily="18" charset="0"/>
                        </a:rPr>
                        <a:t>Text </a:t>
                      </a:r>
                      <a:endParaRPr lang="en-US" sz="2800" b="1">
                        <a:solidFill>
                          <a:schemeClr val="tx1"/>
                        </a:solidFill>
                        <a:latin typeface="Times New Roman" pitchFamily="18" charset="0"/>
                        <a:cs typeface="Times New Roman" pitchFamily="18" charset="0"/>
                      </a:endParaRPr>
                    </a:p>
                  </a:txBody>
                  <a:tcPr marL="81336" marR="81336" marT="40668" marB="40668"/>
                </a:tc>
                <a:tc>
                  <a:txBody>
                    <a:bodyPr/>
                    <a:lstStyle/>
                    <a:p>
                      <a:pPr lvl="0" algn="just">
                        <a:buNone/>
                      </a:pPr>
                      <a:r>
                        <a:rPr lang="en-US" sz="2800" b="0" i="0" kern="1200" dirty="0">
                          <a:solidFill>
                            <a:schemeClr val="dk1"/>
                          </a:solidFill>
                          <a:effectLst/>
                          <a:latin typeface="Times New Roman" pitchFamily="18" charset="0"/>
                          <a:ea typeface="+mn-ea"/>
                          <a:cs typeface="Times New Roman" pitchFamily="18" charset="0"/>
                        </a:rPr>
                        <a:t>This</a:t>
                      </a:r>
                      <a:r>
                        <a:rPr lang="en-US" sz="2800" b="0" i="0" kern="1200" baseline="0" dirty="0">
                          <a:solidFill>
                            <a:schemeClr val="dk1"/>
                          </a:solidFill>
                          <a:effectLst/>
                          <a:latin typeface="Times New Roman" pitchFamily="18" charset="0"/>
                          <a:ea typeface="+mn-ea"/>
                          <a:cs typeface="Times New Roman" pitchFamily="18" charset="0"/>
                        </a:rPr>
                        <a:t> Section </a:t>
                      </a:r>
                      <a:r>
                        <a:rPr lang="en-US" sz="2800" b="0" i="0" kern="1200" dirty="0">
                          <a:solidFill>
                            <a:schemeClr val="dk1"/>
                          </a:solidFill>
                          <a:effectLst/>
                          <a:latin typeface="Times New Roman" pitchFamily="18" charset="0"/>
                          <a:ea typeface="+mn-ea"/>
                          <a:cs typeface="Times New Roman" pitchFamily="18" charset="0"/>
                        </a:rPr>
                        <a:t>comprises the </a:t>
                      </a:r>
                      <a:r>
                        <a:rPr lang="en-US" sz="2800" b="1" i="0" kern="1200" dirty="0">
                          <a:solidFill>
                            <a:srgbClr val="FF0000"/>
                          </a:solidFill>
                          <a:effectLst/>
                          <a:latin typeface="Times New Roman" pitchFamily="18" charset="0"/>
                          <a:ea typeface="+mn-ea"/>
                          <a:cs typeface="Times New Roman" pitchFamily="18" charset="0"/>
                        </a:rPr>
                        <a:t>compiled program code</a:t>
                      </a:r>
                      <a:r>
                        <a:rPr lang="en-US" sz="2800" b="0" i="0" kern="1200" dirty="0">
                          <a:solidFill>
                            <a:schemeClr val="dk1"/>
                          </a:solidFill>
                          <a:effectLst/>
                          <a:latin typeface="Times New Roman" pitchFamily="18" charset="0"/>
                          <a:ea typeface="+mn-ea"/>
                          <a:cs typeface="Times New Roman" pitchFamily="18" charset="0"/>
                        </a:rPr>
                        <a:t>, read in from non-volatile storage when the program is launched</a:t>
                      </a:r>
                      <a:endParaRPr lang="en-US" sz="2800" dirty="0">
                        <a:solidFill>
                          <a:schemeClr val="tx1"/>
                        </a:solidFill>
                        <a:latin typeface="Times New Roman" pitchFamily="18" charset="0"/>
                        <a:cs typeface="Times New Roman" pitchFamily="18" charset="0"/>
                      </a:endParaRPr>
                    </a:p>
                  </a:txBody>
                  <a:tcPr marL="81336" marR="81336" marT="40668" marB="40668"/>
                </a:tc>
                <a:extLst>
                  <a:ext uri="{0D108BD9-81ED-4DB2-BD59-A6C34878D82A}">
                    <a16:rowId xmlns:a16="http://schemas.microsoft.com/office/drawing/2014/main" val="3126681259"/>
                  </a:ext>
                </a:extLst>
              </a:tr>
              <a:tr h="589419">
                <a:tc>
                  <a:txBody>
                    <a:bodyPr/>
                    <a:lstStyle/>
                    <a:p>
                      <a:pPr lvl="0">
                        <a:buNone/>
                      </a:pPr>
                      <a:r>
                        <a:rPr lang="en-US" sz="2800" b="1" i="0" u="none" strike="noStrike" noProof="0" dirty="0">
                          <a:solidFill>
                            <a:schemeClr val="tx1"/>
                          </a:solidFill>
                          <a:latin typeface="Times New Roman" pitchFamily="18" charset="0"/>
                          <a:cs typeface="Times New Roman" pitchFamily="18" charset="0"/>
                        </a:rPr>
                        <a:t>Data </a:t>
                      </a:r>
                      <a:endParaRPr lang="en-US" sz="2800" b="1">
                        <a:solidFill>
                          <a:schemeClr val="tx1"/>
                        </a:solidFill>
                        <a:latin typeface="Times New Roman" pitchFamily="18" charset="0"/>
                        <a:cs typeface="Times New Roman" pitchFamily="18" charset="0"/>
                      </a:endParaRPr>
                    </a:p>
                  </a:txBody>
                  <a:tcPr marL="81336" marR="81336" marT="40668" marB="40668"/>
                </a:tc>
                <a:tc>
                  <a:txBody>
                    <a:bodyPr/>
                    <a:lstStyle/>
                    <a:p>
                      <a:pPr lvl="0" algn="just">
                        <a:buNone/>
                      </a:pPr>
                      <a:r>
                        <a:rPr lang="en-US" sz="2800" b="0" i="0" u="none" strike="noStrike" noProof="0" dirty="0">
                          <a:solidFill>
                            <a:schemeClr val="tx1"/>
                          </a:solidFill>
                          <a:latin typeface="Times New Roman" pitchFamily="18" charset="0"/>
                          <a:cs typeface="Times New Roman" pitchFamily="18" charset="0"/>
                        </a:rPr>
                        <a:t>This section contains </a:t>
                      </a:r>
                      <a:r>
                        <a:rPr lang="en-US" sz="2800" b="1" i="0" u="none" strike="noStrike" noProof="0" dirty="0">
                          <a:solidFill>
                            <a:srgbClr val="FF0000"/>
                          </a:solidFill>
                          <a:latin typeface="Times New Roman" pitchFamily="18" charset="0"/>
                          <a:cs typeface="Times New Roman" pitchFamily="18" charset="0"/>
                        </a:rPr>
                        <a:t>the global and static variables</a:t>
                      </a:r>
                      <a:endParaRPr lang="en-US" sz="2800" b="1" dirty="0">
                        <a:solidFill>
                          <a:srgbClr val="FF0000"/>
                        </a:solidFill>
                        <a:latin typeface="Times New Roman" pitchFamily="18" charset="0"/>
                        <a:cs typeface="Times New Roman" pitchFamily="18" charset="0"/>
                      </a:endParaRPr>
                    </a:p>
                  </a:txBody>
                  <a:tcPr marL="81336" marR="81336" marT="40668" marB="40668"/>
                </a:tc>
                <a:extLst>
                  <a:ext uri="{0D108BD9-81ED-4DB2-BD59-A6C34878D82A}">
                    <a16:rowId xmlns:a16="http://schemas.microsoft.com/office/drawing/2014/main" val="2517559196"/>
                  </a:ext>
                </a:extLst>
              </a:tr>
            </a:tbl>
          </a:graphicData>
        </a:graphic>
      </p:graphicFrame>
      <p:pic>
        <p:nvPicPr>
          <p:cNvPr id="13" name="Picture 12" descr="A picture containing text, clipart&#10;&#10;Description automatically generated">
            <a:extLst>
              <a:ext uri="{FF2B5EF4-FFF2-40B4-BE49-F238E27FC236}">
                <a16:creationId xmlns:a16="http://schemas.microsoft.com/office/drawing/2014/main" id="{327E2929-382A-44D5-A008-9F121CB38725}"/>
              </a:ext>
            </a:extLst>
          </p:cNvPr>
          <p:cNvPicPr>
            <a:picLocks noChangeAspect="1"/>
          </p:cNvPicPr>
          <p:nvPr/>
        </p:nvPicPr>
        <p:blipFill>
          <a:blip r:embed="rId2"/>
          <a:stretch>
            <a:fillRect/>
          </a:stretch>
        </p:blipFill>
        <p:spPr>
          <a:xfrm>
            <a:off x="10971565" y="-17293"/>
            <a:ext cx="1273018" cy="1248669"/>
          </a:xfrm>
          <a:prstGeom prst="rect">
            <a:avLst/>
          </a:prstGeom>
        </p:spPr>
      </p:pic>
      <p:sp>
        <p:nvSpPr>
          <p:cNvPr id="3" name="Date Placeholder 2"/>
          <p:cNvSpPr>
            <a:spLocks noGrp="1"/>
          </p:cNvSpPr>
          <p:nvPr>
            <p:ph type="dt" sz="half" idx="10"/>
          </p:nvPr>
        </p:nvSpPr>
        <p:spPr/>
        <p:txBody>
          <a:bodyPr/>
          <a:lstStyle/>
          <a:p>
            <a:fld id="{F39E5965-0231-4277-9925-19690180AF11}" type="datetime1">
              <a:rPr lang="en-US" smtClean="0"/>
              <a:t>2/24/2026</a:t>
            </a:fld>
            <a:endParaRPr lang="en-US" dirty="0"/>
          </a:p>
        </p:txBody>
      </p:sp>
      <p:sp>
        <p:nvSpPr>
          <p:cNvPr id="4" name="Slide Number Placeholder 3"/>
          <p:cNvSpPr>
            <a:spLocks noGrp="1"/>
          </p:cNvSpPr>
          <p:nvPr>
            <p:ph type="sldNum" sz="quarter" idx="12"/>
          </p:nvPr>
        </p:nvSpPr>
        <p:spPr>
          <a:xfrm>
            <a:off x="7900985" y="6393983"/>
            <a:ext cx="813816" cy="365125"/>
          </a:xfrm>
        </p:spPr>
        <p:txBody>
          <a:bodyPr/>
          <a:lstStyle/>
          <a:p>
            <a:fld id="{49ABCAEC-7D34-E549-A96E-FCEDAADBE4B0}" type="slidenum">
              <a:rPr lang="en-US" smtClean="0"/>
              <a:t>4</a:t>
            </a:fld>
            <a:endParaRPr lang="en-US" dirty="0"/>
          </a:p>
        </p:txBody>
      </p:sp>
    </p:spTree>
    <p:extLst>
      <p:ext uri="{BB962C8B-B14F-4D97-AF65-F5344CB8AC3E}">
        <p14:creationId xmlns:p14="http://schemas.microsoft.com/office/powerpoint/2010/main" val="34380006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C7F2E4D6-EF46-1C43-8F3E-3620C3C83F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8718A9-27ED-4151-A8F5-1CEC4DC5C558}"/>
              </a:ext>
            </a:extLst>
          </p:cNvPr>
          <p:cNvSpPr>
            <a:spLocks noGrp="1"/>
          </p:cNvSpPr>
          <p:nvPr>
            <p:ph type="title"/>
          </p:nvPr>
        </p:nvSpPr>
        <p:spPr>
          <a:xfrm>
            <a:off x="512958" y="353356"/>
            <a:ext cx="10077705" cy="1018369"/>
          </a:xfrm>
        </p:spPr>
        <p:txBody>
          <a:bodyPr>
            <a:normAutofit/>
          </a:bodyPr>
          <a:lstStyle/>
          <a:p>
            <a:pPr algn="ctr"/>
            <a:r>
              <a:rPr lang="en-US" sz="3200" dirty="0">
                <a:latin typeface="Times New Roman"/>
                <a:ea typeface="+mj-lt"/>
                <a:cs typeface="+mj-lt"/>
              </a:rPr>
              <a:t>Process Life Cycle</a:t>
            </a:r>
            <a:endParaRPr lang="en-US" sz="3200" dirty="0">
              <a:latin typeface="Times New Roman"/>
              <a:cs typeface="Times New Roman"/>
            </a:endParaRPr>
          </a:p>
        </p:txBody>
      </p:sp>
      <p:cxnSp>
        <p:nvCxnSpPr>
          <p:cNvPr id="24" name="Straight Connector 23">
            <a:extLst>
              <a:ext uri="{FF2B5EF4-FFF2-40B4-BE49-F238E27FC236}">
                <a16:creationId xmlns:a16="http://schemas.microsoft.com/office/drawing/2014/main" id="{BF3CF3DF-4809-5B42-9F22-98139137929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7335835"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3E5FF700-0832-7346-B31E-5F46CCA102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90315" y="0"/>
            <a:ext cx="1901686" cy="6858000"/>
            <a:chOff x="10290315" y="0"/>
            <a:chExt cx="1901686" cy="6858000"/>
          </a:xfrm>
        </p:grpSpPr>
        <p:sp>
          <p:nvSpPr>
            <p:cNvPr id="27" name="Freeform 37">
              <a:extLst>
                <a:ext uri="{FF2B5EF4-FFF2-40B4-BE49-F238E27FC236}">
                  <a16:creationId xmlns:a16="http://schemas.microsoft.com/office/drawing/2014/main" id="{277D9C66-EBCA-9E4E-9915-3C23A41552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38">
              <a:extLst>
                <a:ext uri="{FF2B5EF4-FFF2-40B4-BE49-F238E27FC236}">
                  <a16:creationId xmlns:a16="http://schemas.microsoft.com/office/drawing/2014/main" id="{77EB4077-104B-084E-957D-3961E1A7B1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Freeform 39">
              <a:extLst>
                <a:ext uri="{FF2B5EF4-FFF2-40B4-BE49-F238E27FC236}">
                  <a16:creationId xmlns:a16="http://schemas.microsoft.com/office/drawing/2014/main" id="{4357416B-B608-7C4E-A39F-CC84114218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40">
              <a:extLst>
                <a:ext uri="{FF2B5EF4-FFF2-40B4-BE49-F238E27FC236}">
                  <a16:creationId xmlns:a16="http://schemas.microsoft.com/office/drawing/2014/main" id="{C9272918-42EA-B449-A3F1-EE3EA89D9C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41">
              <a:extLst>
                <a:ext uri="{FF2B5EF4-FFF2-40B4-BE49-F238E27FC236}">
                  <a16:creationId xmlns:a16="http://schemas.microsoft.com/office/drawing/2014/main" id="{B17F1055-397A-B748-8042-F50B0EE39B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42">
              <a:extLst>
                <a:ext uri="{FF2B5EF4-FFF2-40B4-BE49-F238E27FC236}">
                  <a16:creationId xmlns:a16="http://schemas.microsoft.com/office/drawing/2014/main" id="{4B446987-771D-B443-A9EA-9D342077D1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64" name="Content Placeholder 63">
            <a:extLst>
              <a:ext uri="{FF2B5EF4-FFF2-40B4-BE49-F238E27FC236}">
                <a16:creationId xmlns:a16="http://schemas.microsoft.com/office/drawing/2014/main" id="{47CB2E34-9F6E-4C78-A157-FBD89DCDD715}"/>
              </a:ext>
            </a:extLst>
          </p:cNvPr>
          <p:cNvSpPr>
            <a:spLocks noGrp="1"/>
          </p:cNvSpPr>
          <p:nvPr>
            <p:ph idx="1"/>
          </p:nvPr>
        </p:nvSpPr>
        <p:spPr>
          <a:xfrm>
            <a:off x="853854" y="1419715"/>
            <a:ext cx="11145834" cy="5022027"/>
          </a:xfrm>
        </p:spPr>
        <p:txBody>
          <a:bodyPr vert="horz" lIns="91440" tIns="45720" rIns="91440" bIns="45720" rtlCol="0" anchor="t">
            <a:normAutofit/>
          </a:bodyPr>
          <a:lstStyle/>
          <a:p>
            <a:pPr algn="just"/>
            <a:r>
              <a:rPr lang="en-US" sz="2800" b="1" dirty="0">
                <a:latin typeface="Times New Roman"/>
                <a:ea typeface="+mn-lt"/>
                <a:cs typeface="+mn-lt"/>
              </a:rPr>
              <a:t>Start/ New</a:t>
            </a:r>
            <a:r>
              <a:rPr lang="en-US" sz="2800" dirty="0">
                <a:latin typeface="Times New Roman"/>
                <a:ea typeface="+mn-lt"/>
                <a:cs typeface="+mn-lt"/>
              </a:rPr>
              <a:t> This is the initial state when a process is first started/ created</a:t>
            </a:r>
            <a:endParaRPr lang="en-US" sz="2800" dirty="0">
              <a:latin typeface="Times New Roman"/>
              <a:cs typeface="Times New Roman"/>
            </a:endParaRPr>
          </a:p>
          <a:p>
            <a:pPr algn="just"/>
            <a:r>
              <a:rPr lang="en-US" sz="2800" b="1" dirty="0">
                <a:latin typeface="Times New Roman"/>
                <a:ea typeface="+mn-lt"/>
                <a:cs typeface="+mn-lt"/>
              </a:rPr>
              <a:t>Ready </a:t>
            </a:r>
            <a:r>
              <a:rPr lang="en-US" sz="2800" dirty="0">
                <a:latin typeface="Times New Roman"/>
                <a:ea typeface="+mn-lt"/>
                <a:cs typeface="+mn-lt"/>
              </a:rPr>
              <a:t>The process is waiting to be assigned to a processor. </a:t>
            </a:r>
            <a:r>
              <a:rPr lang="en-US" sz="2800" dirty="0">
                <a:solidFill>
                  <a:srgbClr val="FF0000"/>
                </a:solidFill>
                <a:latin typeface="Times New Roman"/>
                <a:ea typeface="+mn-lt"/>
                <a:cs typeface="+mn-lt"/>
              </a:rPr>
              <a:t>Ready processes are waiting to have the processor allocated to them by the operating system so that they can run</a:t>
            </a:r>
            <a:r>
              <a:rPr lang="en-US" sz="2800" dirty="0">
                <a:latin typeface="Times New Roman"/>
                <a:ea typeface="+mn-lt"/>
                <a:cs typeface="+mn-lt"/>
              </a:rPr>
              <a:t>. Process may come into this state after Start state or while running it by but interrupted by the scheduler to assign CPU to some other process</a:t>
            </a:r>
            <a:endParaRPr lang="en-US" dirty="0">
              <a:latin typeface="Times New Roman"/>
              <a:cs typeface="Times New Roman"/>
            </a:endParaRPr>
          </a:p>
          <a:p>
            <a:pPr algn="just"/>
            <a:r>
              <a:rPr lang="en-US" sz="2800" b="1" dirty="0">
                <a:latin typeface="Times New Roman"/>
                <a:ea typeface="+mn-lt"/>
                <a:cs typeface="+mn-lt"/>
              </a:rPr>
              <a:t>Running</a:t>
            </a:r>
            <a:r>
              <a:rPr lang="en-US" sz="2800" dirty="0">
                <a:latin typeface="Times New Roman"/>
                <a:ea typeface="+mn-lt"/>
                <a:cs typeface="+mn-lt"/>
              </a:rPr>
              <a:t> Once the process has been </a:t>
            </a:r>
            <a:r>
              <a:rPr lang="en-US" sz="2800" dirty="0">
                <a:solidFill>
                  <a:srgbClr val="FF0000"/>
                </a:solidFill>
                <a:latin typeface="Times New Roman"/>
                <a:ea typeface="+mn-lt"/>
                <a:cs typeface="+mn-lt"/>
              </a:rPr>
              <a:t>assigned to a processor by the OS </a:t>
            </a:r>
            <a:r>
              <a:rPr lang="en-US" sz="2800" dirty="0">
                <a:latin typeface="Times New Roman"/>
                <a:ea typeface="+mn-lt"/>
                <a:cs typeface="+mn-lt"/>
              </a:rPr>
              <a:t>scheduler, the process state is set to running and the processor executes its instructions</a:t>
            </a:r>
          </a:p>
        </p:txBody>
      </p:sp>
      <p:pic>
        <p:nvPicPr>
          <p:cNvPr id="13" name="Picture 12" descr="A picture containing text, clipart&#10;&#10;Description automatically generated">
            <a:extLst>
              <a:ext uri="{FF2B5EF4-FFF2-40B4-BE49-F238E27FC236}">
                <a16:creationId xmlns:a16="http://schemas.microsoft.com/office/drawing/2014/main" id="{327E2929-382A-44D5-A008-9F121CB38725}"/>
              </a:ext>
            </a:extLst>
          </p:cNvPr>
          <p:cNvPicPr>
            <a:picLocks noChangeAspect="1"/>
          </p:cNvPicPr>
          <p:nvPr/>
        </p:nvPicPr>
        <p:blipFill>
          <a:blip r:embed="rId2"/>
          <a:stretch>
            <a:fillRect/>
          </a:stretch>
        </p:blipFill>
        <p:spPr>
          <a:xfrm>
            <a:off x="10971565" y="-17293"/>
            <a:ext cx="1273018" cy="1248669"/>
          </a:xfrm>
          <a:prstGeom prst="rect">
            <a:avLst/>
          </a:prstGeom>
        </p:spPr>
      </p:pic>
      <p:sp>
        <p:nvSpPr>
          <p:cNvPr id="3" name="Date Placeholder 2"/>
          <p:cNvSpPr>
            <a:spLocks noGrp="1"/>
          </p:cNvSpPr>
          <p:nvPr>
            <p:ph type="dt" sz="half" idx="10"/>
          </p:nvPr>
        </p:nvSpPr>
        <p:spPr/>
        <p:txBody>
          <a:bodyPr/>
          <a:lstStyle/>
          <a:p>
            <a:fld id="{7BD550A4-4F58-4E67-B3E7-4AA7C728D89F}" type="datetime1">
              <a:rPr lang="en-US" smtClean="0"/>
              <a:t>2/24/2026</a:t>
            </a:fld>
            <a:endParaRPr lang="en-US" dirty="0"/>
          </a:p>
        </p:txBody>
      </p:sp>
      <p:sp>
        <p:nvSpPr>
          <p:cNvPr id="4" name="Slide Number Placeholder 3"/>
          <p:cNvSpPr>
            <a:spLocks noGrp="1"/>
          </p:cNvSpPr>
          <p:nvPr>
            <p:ph type="sldNum" sz="quarter" idx="12"/>
          </p:nvPr>
        </p:nvSpPr>
        <p:spPr/>
        <p:txBody>
          <a:bodyPr/>
          <a:lstStyle/>
          <a:p>
            <a:fld id="{49ABCAEC-7D34-E549-A96E-FCEDAADBE4B0}" type="slidenum">
              <a:rPr lang="en-US" smtClean="0"/>
              <a:t>5</a:t>
            </a:fld>
            <a:endParaRPr lang="en-US"/>
          </a:p>
        </p:txBody>
      </p:sp>
    </p:spTree>
    <p:extLst>
      <p:ext uri="{BB962C8B-B14F-4D97-AF65-F5344CB8AC3E}">
        <p14:creationId xmlns:p14="http://schemas.microsoft.com/office/powerpoint/2010/main" val="25726004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EFE82FE-7465-AE46-88DF-34D347E83B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DFE540-D53D-4B91-B5F0-9DA314A35ECC}"/>
              </a:ext>
            </a:extLst>
          </p:cNvPr>
          <p:cNvSpPr>
            <a:spLocks noGrp="1"/>
          </p:cNvSpPr>
          <p:nvPr>
            <p:ph type="title"/>
          </p:nvPr>
        </p:nvSpPr>
        <p:spPr>
          <a:xfrm>
            <a:off x="565150" y="896150"/>
            <a:ext cx="10130224" cy="1268984"/>
          </a:xfrm>
        </p:spPr>
        <p:txBody>
          <a:bodyPr>
            <a:normAutofit/>
          </a:bodyPr>
          <a:lstStyle/>
          <a:p>
            <a:pPr algn="ctr"/>
            <a:r>
              <a:rPr lang="en-US" sz="3200" dirty="0">
                <a:latin typeface="Times New Roman"/>
                <a:cs typeface="Times New Roman"/>
              </a:rPr>
              <a:t>Process Life Cycle (Cont.)</a:t>
            </a:r>
            <a:endParaRPr lang="en-US" sz="3200" b="0" dirty="0">
              <a:ea typeface="+mj-lt"/>
              <a:cs typeface="+mj-lt"/>
            </a:endParaRPr>
          </a:p>
          <a:p>
            <a:endParaRPr lang="en-US" sz="3200" dirty="0"/>
          </a:p>
        </p:txBody>
      </p:sp>
      <p:sp>
        <p:nvSpPr>
          <p:cNvPr id="3" name="Content Placeholder 2">
            <a:extLst>
              <a:ext uri="{FF2B5EF4-FFF2-40B4-BE49-F238E27FC236}">
                <a16:creationId xmlns:a16="http://schemas.microsoft.com/office/drawing/2014/main" id="{90F35285-044F-44D2-A65F-EEDE970F6433}"/>
              </a:ext>
            </a:extLst>
          </p:cNvPr>
          <p:cNvSpPr>
            <a:spLocks noGrp="1"/>
          </p:cNvSpPr>
          <p:nvPr>
            <p:ph idx="1"/>
          </p:nvPr>
        </p:nvSpPr>
        <p:spPr>
          <a:xfrm>
            <a:off x="565150" y="1751460"/>
            <a:ext cx="11007046" cy="3857770"/>
          </a:xfrm>
        </p:spPr>
        <p:txBody>
          <a:bodyPr vert="horz" lIns="91440" tIns="45720" rIns="91440" bIns="45720" rtlCol="0" anchor="t">
            <a:normAutofit/>
          </a:bodyPr>
          <a:lstStyle/>
          <a:p>
            <a:pPr algn="just"/>
            <a:r>
              <a:rPr lang="en-US" sz="2800" b="1" dirty="0">
                <a:latin typeface="Times New Roman"/>
                <a:ea typeface="+mn-lt"/>
                <a:cs typeface="+mn-lt"/>
              </a:rPr>
              <a:t>Waiting </a:t>
            </a:r>
            <a:r>
              <a:rPr lang="en-US" sz="2800" dirty="0">
                <a:latin typeface="Times New Roman"/>
                <a:ea typeface="+mn-lt"/>
                <a:cs typeface="+mn-lt"/>
              </a:rPr>
              <a:t>Process moves into the waiting state if it </a:t>
            </a:r>
            <a:r>
              <a:rPr lang="en-US" sz="2800" dirty="0">
                <a:solidFill>
                  <a:srgbClr val="FF0000"/>
                </a:solidFill>
                <a:latin typeface="Times New Roman"/>
                <a:ea typeface="+mn-lt"/>
                <a:cs typeface="+mn-lt"/>
              </a:rPr>
              <a:t>needs to wait for a resource</a:t>
            </a:r>
            <a:r>
              <a:rPr lang="en-US" sz="2800" dirty="0">
                <a:latin typeface="Times New Roman"/>
                <a:ea typeface="+mn-lt"/>
                <a:cs typeface="+mn-lt"/>
              </a:rPr>
              <a:t>, such as waiting for user input, or waiting for a file to become available</a:t>
            </a:r>
            <a:endParaRPr lang="en-US" dirty="0"/>
          </a:p>
          <a:p>
            <a:pPr algn="just"/>
            <a:r>
              <a:rPr lang="en-US" sz="2800" b="1" dirty="0">
                <a:latin typeface="Times New Roman"/>
                <a:ea typeface="+mn-lt"/>
                <a:cs typeface="+mn-lt"/>
              </a:rPr>
              <a:t>Terminated or Exit</a:t>
            </a:r>
            <a:r>
              <a:rPr lang="en-US" sz="2800" dirty="0">
                <a:latin typeface="Times New Roman"/>
                <a:ea typeface="+mn-lt"/>
                <a:cs typeface="+mn-lt"/>
              </a:rPr>
              <a:t> Once the process finishes its execution, or it is terminated by the operating system, it is moved to the terminated state where it waits to be removed from main memory</a:t>
            </a:r>
            <a:endParaRPr lang="en-US" sz="2800" dirty="0">
              <a:latin typeface="Times New Roman"/>
              <a:cs typeface="Times New Roman"/>
            </a:endParaRPr>
          </a:p>
        </p:txBody>
      </p:sp>
      <p:grpSp>
        <p:nvGrpSpPr>
          <p:cNvPr id="10" name="Group 9">
            <a:extLst>
              <a:ext uri="{FF2B5EF4-FFF2-40B4-BE49-F238E27FC236}">
                <a16:creationId xmlns:a16="http://schemas.microsoft.com/office/drawing/2014/main" id="{0A30B600-877F-7746-B57D-25C3B476FE7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90315" y="0"/>
            <a:ext cx="1901686" cy="6858000"/>
            <a:chOff x="10290315" y="0"/>
            <a:chExt cx="1901686" cy="6858000"/>
          </a:xfrm>
        </p:grpSpPr>
        <p:sp>
          <p:nvSpPr>
            <p:cNvPr id="11" name="Freeform 43">
              <a:extLst>
                <a:ext uri="{FF2B5EF4-FFF2-40B4-BE49-F238E27FC236}">
                  <a16:creationId xmlns:a16="http://schemas.microsoft.com/office/drawing/2014/main" id="{2C3F9BC4-CA61-1545-AFCA-2998DE0A81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44">
              <a:extLst>
                <a:ext uri="{FF2B5EF4-FFF2-40B4-BE49-F238E27FC236}">
                  <a16:creationId xmlns:a16="http://schemas.microsoft.com/office/drawing/2014/main" id="{6DF9667B-A221-FF48-BE03-0BCECE0271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45">
              <a:extLst>
                <a:ext uri="{FF2B5EF4-FFF2-40B4-BE49-F238E27FC236}">
                  <a16:creationId xmlns:a16="http://schemas.microsoft.com/office/drawing/2014/main" id="{B043781C-7B99-5E41-ACB6-43554D9E34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46">
              <a:extLst>
                <a:ext uri="{FF2B5EF4-FFF2-40B4-BE49-F238E27FC236}">
                  <a16:creationId xmlns:a16="http://schemas.microsoft.com/office/drawing/2014/main" id="{24D64776-7D03-D04E-9D4F-4913424D1A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47">
              <a:extLst>
                <a:ext uri="{FF2B5EF4-FFF2-40B4-BE49-F238E27FC236}">
                  <a16:creationId xmlns:a16="http://schemas.microsoft.com/office/drawing/2014/main" id="{84D49EAC-E325-E74E-9875-A5B09696F6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48">
              <a:extLst>
                <a:ext uri="{FF2B5EF4-FFF2-40B4-BE49-F238E27FC236}">
                  <a16:creationId xmlns:a16="http://schemas.microsoft.com/office/drawing/2014/main" id="{A82CBB5F-9CE4-9F41-828D-030FF74ABE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18" name="Straight Connector 17">
            <a:extLst>
              <a:ext uri="{FF2B5EF4-FFF2-40B4-BE49-F238E27FC236}">
                <a16:creationId xmlns:a16="http://schemas.microsoft.com/office/drawing/2014/main" id="{BE2AC807-9FDE-674F-84BF-EC319D68324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17" name="Picture 16" descr="A picture containing text, clipart&#10;&#10;Description automatically generated">
            <a:extLst>
              <a:ext uri="{FF2B5EF4-FFF2-40B4-BE49-F238E27FC236}">
                <a16:creationId xmlns:a16="http://schemas.microsoft.com/office/drawing/2014/main" id="{327E2929-382A-44D5-A008-9F121CB38725}"/>
              </a:ext>
            </a:extLst>
          </p:cNvPr>
          <p:cNvPicPr>
            <a:picLocks noChangeAspect="1"/>
          </p:cNvPicPr>
          <p:nvPr/>
        </p:nvPicPr>
        <p:blipFill>
          <a:blip r:embed="rId2"/>
          <a:stretch>
            <a:fillRect/>
          </a:stretch>
        </p:blipFill>
        <p:spPr>
          <a:xfrm>
            <a:off x="10971565" y="-17293"/>
            <a:ext cx="1273018" cy="1248669"/>
          </a:xfrm>
          <a:prstGeom prst="rect">
            <a:avLst/>
          </a:prstGeom>
        </p:spPr>
      </p:pic>
      <p:sp>
        <p:nvSpPr>
          <p:cNvPr id="4" name="Date Placeholder 3"/>
          <p:cNvSpPr>
            <a:spLocks noGrp="1"/>
          </p:cNvSpPr>
          <p:nvPr>
            <p:ph type="dt" sz="half" idx="10"/>
          </p:nvPr>
        </p:nvSpPr>
        <p:spPr/>
        <p:txBody>
          <a:bodyPr/>
          <a:lstStyle/>
          <a:p>
            <a:fld id="{18E63A2B-1605-4A1E-A992-93600366A1EF}" type="datetime1">
              <a:rPr lang="en-US" smtClean="0"/>
              <a:t>2/24/2026</a:t>
            </a:fld>
            <a:endParaRPr lang="en-US" dirty="0"/>
          </a:p>
        </p:txBody>
      </p:sp>
      <p:sp>
        <p:nvSpPr>
          <p:cNvPr id="5" name="Slide Number Placeholder 4"/>
          <p:cNvSpPr>
            <a:spLocks noGrp="1"/>
          </p:cNvSpPr>
          <p:nvPr>
            <p:ph type="sldNum" sz="quarter" idx="12"/>
          </p:nvPr>
        </p:nvSpPr>
        <p:spPr/>
        <p:txBody>
          <a:bodyPr/>
          <a:lstStyle/>
          <a:p>
            <a:fld id="{49ABCAEC-7D34-E549-A96E-FCEDAADBE4B0}" type="slidenum">
              <a:rPr lang="en-US" smtClean="0"/>
              <a:t>6</a:t>
            </a:fld>
            <a:endParaRPr lang="en-US"/>
          </a:p>
        </p:txBody>
      </p:sp>
    </p:spTree>
    <p:extLst>
      <p:ext uri="{BB962C8B-B14F-4D97-AF65-F5344CB8AC3E}">
        <p14:creationId xmlns:p14="http://schemas.microsoft.com/office/powerpoint/2010/main" val="32462397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EB46B8FB-F6A2-5F47-A6CD-A7E17E69270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01388" y="0"/>
            <a:ext cx="5990612" cy="6858001"/>
            <a:chOff x="6201388" y="0"/>
            <a:chExt cx="5990612" cy="6858001"/>
          </a:xfrm>
        </p:grpSpPr>
        <p:sp>
          <p:nvSpPr>
            <p:cNvPr id="10" name="Oval 9">
              <a:extLst>
                <a:ext uri="{FF2B5EF4-FFF2-40B4-BE49-F238E27FC236}">
                  <a16:creationId xmlns:a16="http://schemas.microsoft.com/office/drawing/2014/main" id="{419BDE93-3EC2-4E4D-BC0B-417378F49E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46">
              <a:extLst>
                <a:ext uri="{FF2B5EF4-FFF2-40B4-BE49-F238E27FC236}">
                  <a16:creationId xmlns:a16="http://schemas.microsoft.com/office/drawing/2014/main" id="{FE21F82F-1EE5-8240-97F8-387DF0253F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48">
              <a:extLst>
                <a:ext uri="{FF2B5EF4-FFF2-40B4-BE49-F238E27FC236}">
                  <a16:creationId xmlns:a16="http://schemas.microsoft.com/office/drawing/2014/main" id="{AE1903E3-6B5F-6B4C-9A1F-62628A050A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Oval 12">
              <a:extLst>
                <a:ext uri="{FF2B5EF4-FFF2-40B4-BE49-F238E27FC236}">
                  <a16:creationId xmlns:a16="http://schemas.microsoft.com/office/drawing/2014/main" id="{F7C55863-3B37-0743-B001-1A970033FB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3"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932B4C24-3A58-924C-B79A-D961EF7C2C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3" y="217788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21EF52E0-D2CF-544F-93A6-4D7B45A048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3" y="80636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63">
              <a:extLst>
                <a:ext uri="{FF2B5EF4-FFF2-40B4-BE49-F238E27FC236}">
                  <a16:creationId xmlns:a16="http://schemas.microsoft.com/office/drawing/2014/main" id="{6966CFE5-1C8C-2E4F-9B2D-A8438F5A53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64">
              <a:extLst>
                <a:ext uri="{FF2B5EF4-FFF2-40B4-BE49-F238E27FC236}">
                  <a16:creationId xmlns:a16="http://schemas.microsoft.com/office/drawing/2014/main" id="{9FD29EF3-A5B2-554A-A307-6BE1BCE8AF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Oval 17">
              <a:extLst>
                <a:ext uri="{FF2B5EF4-FFF2-40B4-BE49-F238E27FC236}">
                  <a16:creationId xmlns:a16="http://schemas.microsoft.com/office/drawing/2014/main" id="{AC1ECAD8-0CF2-934D-AA1E-C108208CDE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492091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DB14DED1-3A58-8C4D-902E-2A9F34043F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354939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65D65157-5719-0341-A807-A8956595FB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217788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A7F23F74-B777-2A4C-8EF9-E798880D59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70">
              <a:extLst>
                <a:ext uri="{FF2B5EF4-FFF2-40B4-BE49-F238E27FC236}">
                  <a16:creationId xmlns:a16="http://schemas.microsoft.com/office/drawing/2014/main" id="{E3B9A050-0AE1-1D4B-A2AC-6EEF64B106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71">
              <a:extLst>
                <a:ext uri="{FF2B5EF4-FFF2-40B4-BE49-F238E27FC236}">
                  <a16:creationId xmlns:a16="http://schemas.microsoft.com/office/drawing/2014/main" id="{C424FE38-F803-8D47-BF56-1B18EC2B1F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Oval 23">
              <a:extLst>
                <a:ext uri="{FF2B5EF4-FFF2-40B4-BE49-F238E27FC236}">
                  <a16:creationId xmlns:a16="http://schemas.microsoft.com/office/drawing/2014/main" id="{E37187F2-9212-0641-97D0-1ACD50B748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492091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C760C651-2AC4-564E-BEAA-AB7FAFE7F7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58B0A1B8-5BA3-3548-9511-B4904D0526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75">
              <a:extLst>
                <a:ext uri="{FF2B5EF4-FFF2-40B4-BE49-F238E27FC236}">
                  <a16:creationId xmlns:a16="http://schemas.microsoft.com/office/drawing/2014/main" id="{424CD779-EE9A-214D-9488-767327E373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76">
              <a:extLst>
                <a:ext uri="{FF2B5EF4-FFF2-40B4-BE49-F238E27FC236}">
                  <a16:creationId xmlns:a16="http://schemas.microsoft.com/office/drawing/2014/main" id="{630D08C6-9EFB-8540-875F-2A55DED2AA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Freeform 77">
              <a:extLst>
                <a:ext uri="{FF2B5EF4-FFF2-40B4-BE49-F238E27FC236}">
                  <a16:creationId xmlns:a16="http://schemas.microsoft.com/office/drawing/2014/main" id="{D7E8DA86-1294-4641-9C52-6E15315064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78">
              <a:extLst>
                <a:ext uri="{FF2B5EF4-FFF2-40B4-BE49-F238E27FC236}">
                  <a16:creationId xmlns:a16="http://schemas.microsoft.com/office/drawing/2014/main" id="{011063C9-2A43-3348-A018-F27FACAA77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79">
              <a:extLst>
                <a:ext uri="{FF2B5EF4-FFF2-40B4-BE49-F238E27FC236}">
                  <a16:creationId xmlns:a16="http://schemas.microsoft.com/office/drawing/2014/main" id="{EE85C7DE-D965-244F-BD95-3A05FF4AAC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80">
              <a:extLst>
                <a:ext uri="{FF2B5EF4-FFF2-40B4-BE49-F238E27FC236}">
                  <a16:creationId xmlns:a16="http://schemas.microsoft.com/office/drawing/2014/main" id="{315A1389-149A-3342-A863-637D42FDB2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81">
              <a:extLst>
                <a:ext uri="{FF2B5EF4-FFF2-40B4-BE49-F238E27FC236}">
                  <a16:creationId xmlns:a16="http://schemas.microsoft.com/office/drawing/2014/main" id="{B149CC6F-B6C6-BE46-B451-1BF7D47A89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35" name="Straight Connector 34">
            <a:extLst>
              <a:ext uri="{FF2B5EF4-FFF2-40B4-BE49-F238E27FC236}">
                <a16:creationId xmlns:a16="http://schemas.microsoft.com/office/drawing/2014/main" id="{D33A3282-0389-C547-8CA6-7F3E7F27B3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useBgFill="1">
        <p:nvSpPr>
          <p:cNvPr id="37" name="Rectangle 36">
            <a:extLst>
              <a:ext uri="{FF2B5EF4-FFF2-40B4-BE49-F238E27FC236}">
                <a16:creationId xmlns:a16="http://schemas.microsoft.com/office/drawing/2014/main" id="{4EFE82FE-7465-AE46-88DF-34D347E83B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E81E36-B497-4DD9-B03F-6271AA8D1A21}"/>
              </a:ext>
            </a:extLst>
          </p:cNvPr>
          <p:cNvSpPr>
            <a:spLocks noGrp="1"/>
          </p:cNvSpPr>
          <p:nvPr>
            <p:ph type="title"/>
          </p:nvPr>
        </p:nvSpPr>
        <p:spPr>
          <a:xfrm>
            <a:off x="566923" y="765768"/>
            <a:ext cx="10569649" cy="1063244"/>
          </a:xfrm>
        </p:spPr>
        <p:txBody>
          <a:bodyPr vert="horz" lIns="91440" tIns="45720" rIns="91440" bIns="45720" rtlCol="0" anchor="t">
            <a:normAutofit/>
          </a:bodyPr>
          <a:lstStyle/>
          <a:p>
            <a:pPr algn="ctr"/>
            <a:r>
              <a:rPr lang="en-US" sz="3200" dirty="0">
                <a:latin typeface="Times New Roman"/>
                <a:cs typeface="Times New Roman"/>
              </a:rPr>
              <a:t>Process Life Cycle (Cont.)</a:t>
            </a:r>
            <a:endParaRPr lang="en-US" sz="3200" b="0" dirty="0">
              <a:ea typeface="+mj-lt"/>
              <a:cs typeface="+mj-lt"/>
            </a:endParaRPr>
          </a:p>
          <a:p>
            <a:endParaRPr lang="en-US" sz="3200" b="0" dirty="0">
              <a:ea typeface="+mj-lt"/>
              <a:cs typeface="+mj-lt"/>
            </a:endParaRPr>
          </a:p>
          <a:p>
            <a:endParaRPr lang="en-US" sz="3200" b="0" dirty="0">
              <a:ea typeface="+mj-lt"/>
              <a:cs typeface="+mj-lt"/>
            </a:endParaRPr>
          </a:p>
          <a:p>
            <a:endParaRPr lang="en-US" sz="3200" dirty="0"/>
          </a:p>
        </p:txBody>
      </p:sp>
      <p:grpSp>
        <p:nvGrpSpPr>
          <p:cNvPr id="39" name="Group 38">
            <a:extLst>
              <a:ext uri="{FF2B5EF4-FFF2-40B4-BE49-F238E27FC236}">
                <a16:creationId xmlns:a16="http://schemas.microsoft.com/office/drawing/2014/main" id="{BCFFF971-DAC9-F44B-9F22-4B030B6B61B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90315" y="0"/>
            <a:ext cx="1901686" cy="4677439"/>
            <a:chOff x="10290315" y="0"/>
            <a:chExt cx="1901686" cy="4677439"/>
          </a:xfrm>
        </p:grpSpPr>
        <p:sp>
          <p:nvSpPr>
            <p:cNvPr id="40" name="Freeform 39">
              <a:extLst>
                <a:ext uri="{FF2B5EF4-FFF2-40B4-BE49-F238E27FC236}">
                  <a16:creationId xmlns:a16="http://schemas.microsoft.com/office/drawing/2014/main" id="{2E3E7145-2B02-8142-A82F-FFCA717D61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41">
              <a:extLst>
                <a:ext uri="{FF2B5EF4-FFF2-40B4-BE49-F238E27FC236}">
                  <a16:creationId xmlns:a16="http://schemas.microsoft.com/office/drawing/2014/main" id="{33EA453D-E925-4C4C-A1E9-D54E82602D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43">
              <a:extLst>
                <a:ext uri="{FF2B5EF4-FFF2-40B4-BE49-F238E27FC236}">
                  <a16:creationId xmlns:a16="http://schemas.microsoft.com/office/drawing/2014/main" id="{CBA4AF6C-8831-A34A-91A3-CC6ED3566B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44">
              <a:extLst>
                <a:ext uri="{FF2B5EF4-FFF2-40B4-BE49-F238E27FC236}">
                  <a16:creationId xmlns:a16="http://schemas.microsoft.com/office/drawing/2014/main" id="{8B12A352-6C2B-B94E-82E0-45D881BB7C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pic>
        <p:nvPicPr>
          <p:cNvPr id="4" name="Picture 4" descr="Diagram&#10;&#10;Description automatically generated">
            <a:extLst>
              <a:ext uri="{FF2B5EF4-FFF2-40B4-BE49-F238E27FC236}">
                <a16:creationId xmlns:a16="http://schemas.microsoft.com/office/drawing/2014/main" id="{AA6AA7CE-8162-48FF-9139-9C039B0214FF}"/>
              </a:ext>
            </a:extLst>
          </p:cNvPr>
          <p:cNvPicPr>
            <a:picLocks noGrp="1" noChangeAspect="1"/>
          </p:cNvPicPr>
          <p:nvPr>
            <p:ph idx="1"/>
          </p:nvPr>
        </p:nvPicPr>
        <p:blipFill>
          <a:blip r:embed="rId2"/>
          <a:stretch>
            <a:fillRect/>
          </a:stretch>
        </p:blipFill>
        <p:spPr>
          <a:xfrm>
            <a:off x="1424970" y="1933973"/>
            <a:ext cx="9338704" cy="3712134"/>
          </a:xfrm>
          <a:prstGeom prst="rect">
            <a:avLst/>
          </a:prstGeom>
        </p:spPr>
      </p:pic>
      <p:cxnSp>
        <p:nvCxnSpPr>
          <p:cNvPr id="45" name="Straight Connector 44">
            <a:extLst>
              <a:ext uri="{FF2B5EF4-FFF2-40B4-BE49-F238E27FC236}">
                <a16:creationId xmlns:a16="http://schemas.microsoft.com/office/drawing/2014/main" id="{51D4F49C-5EE1-6C4F-858E-AE02CC2CD5B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38" name="Picture 37" descr="A picture containing text, clipart&#10;&#10;Description automatically generated">
            <a:extLst>
              <a:ext uri="{FF2B5EF4-FFF2-40B4-BE49-F238E27FC236}">
                <a16:creationId xmlns:a16="http://schemas.microsoft.com/office/drawing/2014/main" id="{327E2929-382A-44D5-A008-9F121CB38725}"/>
              </a:ext>
            </a:extLst>
          </p:cNvPr>
          <p:cNvPicPr>
            <a:picLocks noChangeAspect="1"/>
          </p:cNvPicPr>
          <p:nvPr/>
        </p:nvPicPr>
        <p:blipFill>
          <a:blip r:embed="rId3"/>
          <a:stretch>
            <a:fillRect/>
          </a:stretch>
        </p:blipFill>
        <p:spPr>
          <a:xfrm>
            <a:off x="10971565" y="-17293"/>
            <a:ext cx="1273018" cy="1248669"/>
          </a:xfrm>
          <a:prstGeom prst="rect">
            <a:avLst/>
          </a:prstGeom>
        </p:spPr>
      </p:pic>
      <p:sp>
        <p:nvSpPr>
          <p:cNvPr id="3" name="Date Placeholder 2"/>
          <p:cNvSpPr>
            <a:spLocks noGrp="1"/>
          </p:cNvSpPr>
          <p:nvPr>
            <p:ph type="dt" sz="half" idx="10"/>
          </p:nvPr>
        </p:nvSpPr>
        <p:spPr/>
        <p:txBody>
          <a:bodyPr/>
          <a:lstStyle/>
          <a:p>
            <a:fld id="{3208E6F1-1D52-4527-8E82-DC48875CC444}" type="datetime1">
              <a:rPr lang="en-US" smtClean="0"/>
              <a:t>2/24/2026</a:t>
            </a:fld>
            <a:endParaRPr lang="en-US" dirty="0"/>
          </a:p>
        </p:txBody>
      </p:sp>
      <p:sp>
        <p:nvSpPr>
          <p:cNvPr id="5" name="Slide Number Placeholder 4"/>
          <p:cNvSpPr>
            <a:spLocks noGrp="1"/>
          </p:cNvSpPr>
          <p:nvPr>
            <p:ph type="sldNum" sz="quarter" idx="12"/>
          </p:nvPr>
        </p:nvSpPr>
        <p:spPr/>
        <p:txBody>
          <a:bodyPr/>
          <a:lstStyle/>
          <a:p>
            <a:fld id="{49ABCAEC-7D34-E549-A96E-FCEDAADBE4B0}" type="slidenum">
              <a:rPr lang="en-US" smtClean="0"/>
              <a:t>7</a:t>
            </a:fld>
            <a:endParaRPr lang="en-US"/>
          </a:p>
        </p:txBody>
      </p:sp>
      <p:sp>
        <p:nvSpPr>
          <p:cNvPr id="6" name="Rectangle 5"/>
          <p:cNvSpPr/>
          <p:nvPr/>
        </p:nvSpPr>
        <p:spPr>
          <a:xfrm>
            <a:off x="4790364" y="6120176"/>
            <a:ext cx="7401635" cy="707886"/>
          </a:xfrm>
          <a:prstGeom prst="rect">
            <a:avLst/>
          </a:prstGeom>
        </p:spPr>
        <p:txBody>
          <a:bodyPr wrap="square">
            <a:spAutoFit/>
          </a:bodyPr>
          <a:lstStyle/>
          <a:p>
            <a:pPr algn="just"/>
            <a:r>
              <a:rPr lang="en-US" sz="2000" dirty="0">
                <a:latin typeface="Times New Roman" pitchFamily="18" charset="0"/>
                <a:cs typeface="Times New Roman" pitchFamily="18" charset="0"/>
              </a:rPr>
              <a:t>When the scheduler completes its job of selecting a process, it is the </a:t>
            </a:r>
            <a:r>
              <a:rPr lang="en-US" sz="2000" b="1" dirty="0">
                <a:latin typeface="Times New Roman" pitchFamily="18" charset="0"/>
                <a:cs typeface="Times New Roman" pitchFamily="18" charset="0"/>
              </a:rPr>
              <a:t>dispatcher</a:t>
            </a:r>
            <a:r>
              <a:rPr lang="en-US" sz="2000" dirty="0">
                <a:latin typeface="Times New Roman" pitchFamily="18" charset="0"/>
                <a:cs typeface="Times New Roman" pitchFamily="18" charset="0"/>
              </a:rPr>
              <a:t> which takes that process to the desired state/queue</a:t>
            </a:r>
          </a:p>
        </p:txBody>
      </p:sp>
    </p:spTree>
    <p:extLst>
      <p:ext uri="{BB962C8B-B14F-4D97-AF65-F5344CB8AC3E}">
        <p14:creationId xmlns:p14="http://schemas.microsoft.com/office/powerpoint/2010/main" val="20974980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65" name="Group 64">
            <a:extLst>
              <a:ext uri="{FF2B5EF4-FFF2-40B4-BE49-F238E27FC236}">
                <a16:creationId xmlns:a16="http://schemas.microsoft.com/office/drawing/2014/main" id="{EB46B8FB-F6A2-5F47-A6CD-A7E17E69270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01388" y="0"/>
            <a:ext cx="5990612" cy="6858001"/>
            <a:chOff x="6201388" y="0"/>
            <a:chExt cx="5990612" cy="6858001"/>
          </a:xfrm>
        </p:grpSpPr>
        <p:sp>
          <p:nvSpPr>
            <p:cNvPr id="66" name="Oval 65">
              <a:extLst>
                <a:ext uri="{FF2B5EF4-FFF2-40B4-BE49-F238E27FC236}">
                  <a16:creationId xmlns:a16="http://schemas.microsoft.com/office/drawing/2014/main" id="{419BDE93-3EC2-4E4D-BC0B-417378F49E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Freeform 46">
              <a:extLst>
                <a:ext uri="{FF2B5EF4-FFF2-40B4-BE49-F238E27FC236}">
                  <a16:creationId xmlns:a16="http://schemas.microsoft.com/office/drawing/2014/main" id="{FE21F82F-1EE5-8240-97F8-387DF0253F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8" name="Freeform 48">
              <a:extLst>
                <a:ext uri="{FF2B5EF4-FFF2-40B4-BE49-F238E27FC236}">
                  <a16:creationId xmlns:a16="http://schemas.microsoft.com/office/drawing/2014/main" id="{AE1903E3-6B5F-6B4C-9A1F-62628A050A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9" name="Oval 68">
              <a:extLst>
                <a:ext uri="{FF2B5EF4-FFF2-40B4-BE49-F238E27FC236}">
                  <a16:creationId xmlns:a16="http://schemas.microsoft.com/office/drawing/2014/main" id="{F7C55863-3B37-0743-B001-1A970033FB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3"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932B4C24-3A58-924C-B79A-D961EF7C2C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3" y="217788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21EF52E0-D2CF-544F-93A6-4D7B45A048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3" y="80636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Freeform 63">
              <a:extLst>
                <a:ext uri="{FF2B5EF4-FFF2-40B4-BE49-F238E27FC236}">
                  <a16:creationId xmlns:a16="http://schemas.microsoft.com/office/drawing/2014/main" id="{6966CFE5-1C8C-2E4F-9B2D-A8438F5A53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3" name="Freeform 64">
              <a:extLst>
                <a:ext uri="{FF2B5EF4-FFF2-40B4-BE49-F238E27FC236}">
                  <a16:creationId xmlns:a16="http://schemas.microsoft.com/office/drawing/2014/main" id="{9FD29EF3-A5B2-554A-A307-6BE1BCE8AF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4" name="Oval 73">
              <a:extLst>
                <a:ext uri="{FF2B5EF4-FFF2-40B4-BE49-F238E27FC236}">
                  <a16:creationId xmlns:a16="http://schemas.microsoft.com/office/drawing/2014/main" id="{AC1ECAD8-0CF2-934D-AA1E-C108208CDE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492091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DB14DED1-3A58-8C4D-902E-2A9F34043F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354939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65D65157-5719-0341-A807-A8956595FB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217788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A7F23F74-B777-2A4C-8EF9-E798880D59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Freeform 70">
              <a:extLst>
                <a:ext uri="{FF2B5EF4-FFF2-40B4-BE49-F238E27FC236}">
                  <a16:creationId xmlns:a16="http://schemas.microsoft.com/office/drawing/2014/main" id="{E3B9A050-0AE1-1D4B-A2AC-6EEF64B106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9" name="Freeform 71">
              <a:extLst>
                <a:ext uri="{FF2B5EF4-FFF2-40B4-BE49-F238E27FC236}">
                  <a16:creationId xmlns:a16="http://schemas.microsoft.com/office/drawing/2014/main" id="{C424FE38-F803-8D47-BF56-1B18EC2B1F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0" name="Oval 79">
              <a:extLst>
                <a:ext uri="{FF2B5EF4-FFF2-40B4-BE49-F238E27FC236}">
                  <a16:creationId xmlns:a16="http://schemas.microsoft.com/office/drawing/2014/main" id="{E37187F2-9212-0641-97D0-1ACD50B748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492091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C760C651-2AC4-564E-BEAA-AB7FAFE7F7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a:extLst>
                <a:ext uri="{FF2B5EF4-FFF2-40B4-BE49-F238E27FC236}">
                  <a16:creationId xmlns:a16="http://schemas.microsoft.com/office/drawing/2014/main" id="{58B0A1B8-5BA3-3548-9511-B4904D0526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Freeform 75">
              <a:extLst>
                <a:ext uri="{FF2B5EF4-FFF2-40B4-BE49-F238E27FC236}">
                  <a16:creationId xmlns:a16="http://schemas.microsoft.com/office/drawing/2014/main" id="{424CD779-EE9A-214D-9488-767327E373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4" name="Freeform 76">
              <a:extLst>
                <a:ext uri="{FF2B5EF4-FFF2-40B4-BE49-F238E27FC236}">
                  <a16:creationId xmlns:a16="http://schemas.microsoft.com/office/drawing/2014/main" id="{630D08C6-9EFB-8540-875F-2A55DED2AA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5" name="Freeform 77">
              <a:extLst>
                <a:ext uri="{FF2B5EF4-FFF2-40B4-BE49-F238E27FC236}">
                  <a16:creationId xmlns:a16="http://schemas.microsoft.com/office/drawing/2014/main" id="{D7E8DA86-1294-4641-9C52-6E15315064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6" name="Freeform 78">
              <a:extLst>
                <a:ext uri="{FF2B5EF4-FFF2-40B4-BE49-F238E27FC236}">
                  <a16:creationId xmlns:a16="http://schemas.microsoft.com/office/drawing/2014/main" id="{011063C9-2A43-3348-A018-F27FACAA77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7" name="Freeform 79">
              <a:extLst>
                <a:ext uri="{FF2B5EF4-FFF2-40B4-BE49-F238E27FC236}">
                  <a16:creationId xmlns:a16="http://schemas.microsoft.com/office/drawing/2014/main" id="{EE85C7DE-D965-244F-BD95-3A05FF4AAC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8" name="Freeform 80">
              <a:extLst>
                <a:ext uri="{FF2B5EF4-FFF2-40B4-BE49-F238E27FC236}">
                  <a16:creationId xmlns:a16="http://schemas.microsoft.com/office/drawing/2014/main" id="{315A1389-149A-3342-A863-637D42FDB2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9" name="Freeform 81">
              <a:extLst>
                <a:ext uri="{FF2B5EF4-FFF2-40B4-BE49-F238E27FC236}">
                  <a16:creationId xmlns:a16="http://schemas.microsoft.com/office/drawing/2014/main" id="{B149CC6F-B6C6-BE46-B451-1BF7D47A89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91" name="Straight Connector 90">
            <a:extLst>
              <a:ext uri="{FF2B5EF4-FFF2-40B4-BE49-F238E27FC236}">
                <a16:creationId xmlns:a16="http://schemas.microsoft.com/office/drawing/2014/main" id="{D33A3282-0389-C547-8CA6-7F3E7F27B3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useBgFill="1">
        <p:nvSpPr>
          <p:cNvPr id="93" name="Rectangle 92">
            <a:extLst>
              <a:ext uri="{FF2B5EF4-FFF2-40B4-BE49-F238E27FC236}">
                <a16:creationId xmlns:a16="http://schemas.microsoft.com/office/drawing/2014/main" id="{4EFE82FE-7465-AE46-88DF-34D347E83B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CC10B7-A5F1-4308-B0D3-6C9341232740}"/>
              </a:ext>
            </a:extLst>
          </p:cNvPr>
          <p:cNvSpPr>
            <a:spLocks noGrp="1"/>
          </p:cNvSpPr>
          <p:nvPr>
            <p:ph type="title"/>
          </p:nvPr>
        </p:nvSpPr>
        <p:spPr>
          <a:xfrm>
            <a:off x="566924" y="765768"/>
            <a:ext cx="10288753" cy="1063244"/>
          </a:xfrm>
        </p:spPr>
        <p:txBody>
          <a:bodyPr vert="horz" lIns="91440" tIns="45720" rIns="91440" bIns="45720" rtlCol="0" anchor="t">
            <a:normAutofit/>
          </a:bodyPr>
          <a:lstStyle/>
          <a:p>
            <a:pPr algn="ctr"/>
            <a:r>
              <a:rPr lang="en-US" sz="3200" dirty="0">
                <a:latin typeface="Times New Roman"/>
                <a:cs typeface="Times New Roman"/>
              </a:rPr>
              <a:t>Process Life Cycle (Cont.)</a:t>
            </a:r>
            <a:endParaRPr lang="en-US" sz="3200" b="0" dirty="0">
              <a:latin typeface="Times New Roman"/>
              <a:ea typeface="+mj-lt"/>
              <a:cs typeface="+mj-lt"/>
            </a:endParaRPr>
          </a:p>
          <a:p>
            <a:pPr algn="ctr"/>
            <a:endParaRPr lang="en-US" sz="3200" b="0" dirty="0">
              <a:latin typeface="Times New Roman"/>
              <a:ea typeface="+mj-lt"/>
              <a:cs typeface="+mj-lt"/>
            </a:endParaRPr>
          </a:p>
          <a:p>
            <a:pPr algn="ctr"/>
            <a:endParaRPr lang="en-US" sz="3200" dirty="0">
              <a:latin typeface="Times New Roman"/>
              <a:cs typeface="Times New Roman"/>
            </a:endParaRPr>
          </a:p>
        </p:txBody>
      </p:sp>
      <p:grpSp>
        <p:nvGrpSpPr>
          <p:cNvPr id="95" name="Group 94">
            <a:extLst>
              <a:ext uri="{FF2B5EF4-FFF2-40B4-BE49-F238E27FC236}">
                <a16:creationId xmlns:a16="http://schemas.microsoft.com/office/drawing/2014/main" id="{BCFFF971-DAC9-F44B-9F22-4B030B6B61B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90315" y="0"/>
            <a:ext cx="1901686" cy="4677439"/>
            <a:chOff x="10290315" y="0"/>
            <a:chExt cx="1901686" cy="4677439"/>
          </a:xfrm>
        </p:grpSpPr>
        <p:sp>
          <p:nvSpPr>
            <p:cNvPr id="96" name="Freeform 39">
              <a:extLst>
                <a:ext uri="{FF2B5EF4-FFF2-40B4-BE49-F238E27FC236}">
                  <a16:creationId xmlns:a16="http://schemas.microsoft.com/office/drawing/2014/main" id="{2E3E7145-2B02-8142-A82F-FFCA717D61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7" name="Freeform 41">
              <a:extLst>
                <a:ext uri="{FF2B5EF4-FFF2-40B4-BE49-F238E27FC236}">
                  <a16:creationId xmlns:a16="http://schemas.microsoft.com/office/drawing/2014/main" id="{33EA453D-E925-4C4C-A1E9-D54E82602D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8" name="Freeform 43">
              <a:extLst>
                <a:ext uri="{FF2B5EF4-FFF2-40B4-BE49-F238E27FC236}">
                  <a16:creationId xmlns:a16="http://schemas.microsoft.com/office/drawing/2014/main" id="{CBA4AF6C-8831-A34A-91A3-CC6ED3566B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9" name="Freeform 44">
              <a:extLst>
                <a:ext uri="{FF2B5EF4-FFF2-40B4-BE49-F238E27FC236}">
                  <a16:creationId xmlns:a16="http://schemas.microsoft.com/office/drawing/2014/main" id="{8B12A352-6C2B-B94E-82E0-45D881BB7C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pic>
        <p:nvPicPr>
          <p:cNvPr id="4" name="Picture 4" descr="Diagram&#10;&#10;Description automatically generated">
            <a:extLst>
              <a:ext uri="{FF2B5EF4-FFF2-40B4-BE49-F238E27FC236}">
                <a16:creationId xmlns:a16="http://schemas.microsoft.com/office/drawing/2014/main" id="{B4DC8672-485C-4EA3-A07F-F8842BF8C3CE}"/>
              </a:ext>
            </a:extLst>
          </p:cNvPr>
          <p:cNvPicPr>
            <a:picLocks noChangeAspect="1"/>
          </p:cNvPicPr>
          <p:nvPr/>
        </p:nvPicPr>
        <p:blipFill rotWithShape="1">
          <a:blip r:embed="rId2"/>
          <a:srcRect b="5242"/>
          <a:stretch/>
        </p:blipFill>
        <p:spPr>
          <a:xfrm>
            <a:off x="651489" y="2387799"/>
            <a:ext cx="10885620" cy="3275008"/>
          </a:xfrm>
          <a:prstGeom prst="rect">
            <a:avLst/>
          </a:prstGeom>
        </p:spPr>
      </p:pic>
      <p:cxnSp>
        <p:nvCxnSpPr>
          <p:cNvPr id="101" name="Straight Connector 100">
            <a:extLst>
              <a:ext uri="{FF2B5EF4-FFF2-40B4-BE49-F238E27FC236}">
                <a16:creationId xmlns:a16="http://schemas.microsoft.com/office/drawing/2014/main" id="{51D4F49C-5EE1-6C4F-858E-AE02CC2CD5B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37" name="Picture 36" descr="A picture containing text, clipart&#10;&#10;Description automatically generated">
            <a:extLst>
              <a:ext uri="{FF2B5EF4-FFF2-40B4-BE49-F238E27FC236}">
                <a16:creationId xmlns:a16="http://schemas.microsoft.com/office/drawing/2014/main" id="{327E2929-382A-44D5-A008-9F121CB38725}"/>
              </a:ext>
            </a:extLst>
          </p:cNvPr>
          <p:cNvPicPr>
            <a:picLocks noChangeAspect="1"/>
          </p:cNvPicPr>
          <p:nvPr/>
        </p:nvPicPr>
        <p:blipFill>
          <a:blip r:embed="rId3"/>
          <a:stretch>
            <a:fillRect/>
          </a:stretch>
        </p:blipFill>
        <p:spPr>
          <a:xfrm>
            <a:off x="10971565" y="-17293"/>
            <a:ext cx="1273018" cy="1248669"/>
          </a:xfrm>
          <a:prstGeom prst="rect">
            <a:avLst/>
          </a:prstGeom>
        </p:spPr>
      </p:pic>
      <p:sp>
        <p:nvSpPr>
          <p:cNvPr id="3" name="Date Placeholder 2"/>
          <p:cNvSpPr>
            <a:spLocks noGrp="1"/>
          </p:cNvSpPr>
          <p:nvPr>
            <p:ph type="dt" sz="half" idx="10"/>
          </p:nvPr>
        </p:nvSpPr>
        <p:spPr/>
        <p:txBody>
          <a:bodyPr/>
          <a:lstStyle/>
          <a:p>
            <a:fld id="{2931341B-D4D0-42D6-A0CA-BA1169F779A5}" type="datetime1">
              <a:rPr lang="en-US" smtClean="0"/>
              <a:t>2/24/2026</a:t>
            </a:fld>
            <a:endParaRPr lang="en-US" dirty="0"/>
          </a:p>
        </p:txBody>
      </p:sp>
      <p:sp>
        <p:nvSpPr>
          <p:cNvPr id="5" name="Slide Number Placeholder 4"/>
          <p:cNvSpPr>
            <a:spLocks noGrp="1"/>
          </p:cNvSpPr>
          <p:nvPr>
            <p:ph type="sldNum" sz="quarter" idx="12"/>
          </p:nvPr>
        </p:nvSpPr>
        <p:spPr/>
        <p:txBody>
          <a:bodyPr/>
          <a:lstStyle/>
          <a:p>
            <a:fld id="{49ABCAEC-7D34-E549-A96E-FCEDAADBE4B0}" type="slidenum">
              <a:rPr lang="en-US" smtClean="0"/>
              <a:t>8</a:t>
            </a:fld>
            <a:endParaRPr lang="en-US"/>
          </a:p>
        </p:txBody>
      </p:sp>
    </p:spTree>
    <p:extLst>
      <p:ext uri="{BB962C8B-B14F-4D97-AF65-F5344CB8AC3E}">
        <p14:creationId xmlns:p14="http://schemas.microsoft.com/office/powerpoint/2010/main" val="41014465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D48A613C-5984-4F43-99E0-69C9F9E43F02}" type="datetime1">
              <a:rPr lang="en-US" smtClean="0"/>
              <a:t>2/24/2026</a:t>
            </a:fld>
            <a:endParaRPr lang="en-US" dirty="0"/>
          </a:p>
        </p:txBody>
      </p:sp>
      <p:sp>
        <p:nvSpPr>
          <p:cNvPr id="4" name="Slide Number Placeholder 3"/>
          <p:cNvSpPr>
            <a:spLocks noGrp="1"/>
          </p:cNvSpPr>
          <p:nvPr>
            <p:ph type="sldNum" sz="quarter" idx="12"/>
          </p:nvPr>
        </p:nvSpPr>
        <p:spPr/>
        <p:txBody>
          <a:bodyPr/>
          <a:lstStyle/>
          <a:p>
            <a:fld id="{49ABCAEC-7D34-E549-A96E-FCEDAADBE4B0}" type="slidenum">
              <a:rPr lang="en-US" smtClean="0"/>
              <a:t>9</a:t>
            </a:fld>
            <a:endParaRPr lang="en-US"/>
          </a:p>
        </p:txBody>
      </p:sp>
      <p:sp>
        <p:nvSpPr>
          <p:cNvPr id="5" name="Rectangle 2"/>
          <p:cNvSpPr>
            <a:spLocks noGrp="1" noChangeArrowheads="1"/>
          </p:cNvSpPr>
          <p:nvPr>
            <p:ph type="title"/>
          </p:nvPr>
        </p:nvSpPr>
        <p:spPr>
          <a:xfrm>
            <a:off x="491319" y="286651"/>
            <a:ext cx="11163869" cy="576263"/>
          </a:xfrm>
        </p:spPr>
        <p:txBody>
          <a:bodyPr>
            <a:noAutofit/>
          </a:bodyPr>
          <a:lstStyle/>
          <a:p>
            <a:pPr algn="ctr" eaLnBrk="1" hangingPunct="1"/>
            <a:r>
              <a:rPr lang="en-US" altLang="en-US" sz="3200" dirty="0">
                <a:latin typeface="Times New Roman" pitchFamily="18" charset="0"/>
                <a:cs typeface="Times New Roman" pitchFamily="18" charset="0"/>
              </a:rPr>
              <a:t>Process Control Block (PCB)</a:t>
            </a:r>
          </a:p>
        </p:txBody>
      </p:sp>
      <p:sp>
        <p:nvSpPr>
          <p:cNvPr id="6" name="Rectangle 3"/>
          <p:cNvSpPr txBox="1">
            <a:spLocks noChangeArrowheads="1"/>
          </p:cNvSpPr>
          <p:nvPr/>
        </p:nvSpPr>
        <p:spPr>
          <a:xfrm>
            <a:off x="491319" y="1356910"/>
            <a:ext cx="8338782" cy="5016594"/>
          </a:xfrm>
          <a:prstGeom prst="rect">
            <a:avLst/>
          </a:prstGeom>
        </p:spPr>
        <p:txBody>
          <a:bodyPr/>
          <a:lstStyle>
            <a:lvl1pPr marL="228600" indent="-228600" algn="l" defTabSz="914400" rtl="0" eaLnBrk="1" latinLnBrk="0" hangingPunct="1">
              <a:lnSpc>
                <a:spcPct val="100000"/>
              </a:lnSpc>
              <a:spcBef>
                <a:spcPts val="900"/>
              </a:spcBef>
              <a:buFont typeface="Arial" panose="020B0604020202020204" pitchFamily="34" charset="0"/>
              <a:buChar char="•"/>
              <a:defRPr sz="2400" b="0" i="0" kern="1200">
                <a:solidFill>
                  <a:schemeClr val="tx1"/>
                </a:solidFill>
                <a:latin typeface="+mn-lt"/>
                <a:ea typeface="+mn-ea"/>
                <a:cs typeface="+mn-cs"/>
              </a:defRPr>
            </a:lvl1pPr>
            <a:lvl2pPr marL="685800" indent="-228600" algn="l" defTabSz="914400" rtl="0" eaLnBrk="1" latinLnBrk="0" hangingPunct="1">
              <a:lnSpc>
                <a:spcPct val="100000"/>
              </a:lnSpc>
              <a:spcBef>
                <a:spcPts val="900"/>
              </a:spcBef>
              <a:buFont typeface="Arial" panose="020B0604020202020204" pitchFamily="34" charset="0"/>
              <a:buChar char="•"/>
              <a:defRPr sz="2000" b="0" i="0" kern="1200">
                <a:solidFill>
                  <a:schemeClr val="tx1"/>
                </a:solidFill>
                <a:latin typeface="+mn-lt"/>
                <a:ea typeface="+mn-ea"/>
                <a:cs typeface="+mn-cs"/>
              </a:defRPr>
            </a:lvl2pPr>
            <a:lvl3pPr marL="1143000" indent="-228600" algn="l" defTabSz="914400" rtl="0" eaLnBrk="1" latinLnBrk="0" hangingPunct="1">
              <a:lnSpc>
                <a:spcPct val="100000"/>
              </a:lnSpc>
              <a:spcBef>
                <a:spcPts val="900"/>
              </a:spcBef>
              <a:buFont typeface="Arial" panose="020B0604020202020204" pitchFamily="34" charset="0"/>
              <a:buChar char="•"/>
              <a:defRPr sz="1800" b="0" i="0" kern="1200">
                <a:solidFill>
                  <a:schemeClr val="tx1"/>
                </a:solidFill>
                <a:latin typeface="+mn-lt"/>
                <a:ea typeface="+mn-ea"/>
                <a:cs typeface="+mn-cs"/>
              </a:defRPr>
            </a:lvl3pPr>
            <a:lvl4pPr marL="1600200" indent="-228600" algn="l" defTabSz="914400" rtl="0" eaLnBrk="1" latinLnBrk="0" hangingPunct="1">
              <a:lnSpc>
                <a:spcPct val="100000"/>
              </a:lnSpc>
              <a:spcBef>
                <a:spcPts val="900"/>
              </a:spcBef>
              <a:buFont typeface="Arial" panose="020B0604020202020204" pitchFamily="34" charset="0"/>
              <a:buChar char="•"/>
              <a:defRPr sz="1600" b="0" i="0" kern="1200">
                <a:solidFill>
                  <a:schemeClr val="tx1"/>
                </a:solidFill>
                <a:latin typeface="+mn-lt"/>
                <a:ea typeface="+mn-ea"/>
                <a:cs typeface="+mn-cs"/>
              </a:defRPr>
            </a:lvl4pPr>
            <a:lvl5pPr marL="2057400" indent="-228600" algn="l" defTabSz="914400" rtl="0" eaLnBrk="1" latinLnBrk="0" hangingPunct="1">
              <a:lnSpc>
                <a:spcPct val="100000"/>
              </a:lnSpc>
              <a:spcBef>
                <a:spcPts val="9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Font typeface="Monotype Sorts" pitchFamily="-84" charset="2"/>
              <a:buNone/>
            </a:pPr>
            <a:r>
              <a:rPr lang="en-US" altLang="en-US" dirty="0">
                <a:latin typeface="Times New Roman" pitchFamily="18" charset="0"/>
                <a:cs typeface="Times New Roman" pitchFamily="18" charset="0"/>
              </a:rPr>
              <a:t>Information associated with each process </a:t>
            </a:r>
          </a:p>
          <a:p>
            <a:pPr>
              <a:spcBef>
                <a:spcPts val="0"/>
              </a:spcBef>
              <a:buFont typeface="Monotype Sorts" pitchFamily="-84" charset="2"/>
              <a:buNone/>
            </a:pPr>
            <a:r>
              <a:rPr lang="en-US" altLang="en-US" dirty="0">
                <a:latin typeface="Times New Roman" pitchFamily="18" charset="0"/>
                <a:cs typeface="Times New Roman" pitchFamily="18" charset="0"/>
              </a:rPr>
              <a:t>(also called </a:t>
            </a:r>
            <a:r>
              <a:rPr lang="en-US" altLang="en-US" b="1" dirty="0">
                <a:solidFill>
                  <a:srgbClr val="3366FF"/>
                </a:solidFill>
                <a:latin typeface="Times New Roman" pitchFamily="18" charset="0"/>
                <a:cs typeface="Times New Roman" pitchFamily="18" charset="0"/>
              </a:rPr>
              <a:t>task control block</a:t>
            </a:r>
            <a:r>
              <a:rPr lang="en-US" altLang="en-US" dirty="0">
                <a:latin typeface="Times New Roman" pitchFamily="18" charset="0"/>
                <a:cs typeface="Times New Roman" pitchFamily="18" charset="0"/>
              </a:rPr>
              <a:t>)</a:t>
            </a:r>
          </a:p>
          <a:p>
            <a:pPr>
              <a:spcBef>
                <a:spcPts val="0"/>
              </a:spcBef>
            </a:pPr>
            <a:r>
              <a:rPr lang="en-US" altLang="en-US" dirty="0">
                <a:latin typeface="Times New Roman" pitchFamily="18" charset="0"/>
                <a:cs typeface="Times New Roman" pitchFamily="18" charset="0"/>
              </a:rPr>
              <a:t>Process state – running, waiting, </a:t>
            </a:r>
            <a:r>
              <a:rPr lang="en-US" altLang="en-US" dirty="0" err="1">
                <a:latin typeface="Times New Roman" pitchFamily="18" charset="0"/>
                <a:cs typeface="Times New Roman" pitchFamily="18" charset="0"/>
              </a:rPr>
              <a:t>etc</a:t>
            </a:r>
            <a:endParaRPr lang="en-US" altLang="en-US" dirty="0">
              <a:latin typeface="Times New Roman" pitchFamily="18" charset="0"/>
              <a:cs typeface="Times New Roman" pitchFamily="18" charset="0"/>
            </a:endParaRPr>
          </a:p>
          <a:p>
            <a:pPr>
              <a:spcBef>
                <a:spcPts val="0"/>
              </a:spcBef>
            </a:pPr>
            <a:r>
              <a:rPr lang="en-US" altLang="en-US" dirty="0">
                <a:latin typeface="Times New Roman" pitchFamily="18" charset="0"/>
                <a:cs typeface="Times New Roman" pitchFamily="18" charset="0"/>
              </a:rPr>
              <a:t>Program counter – location of instruction to next execute</a:t>
            </a:r>
          </a:p>
          <a:p>
            <a:pPr>
              <a:spcBef>
                <a:spcPts val="0"/>
              </a:spcBef>
            </a:pPr>
            <a:r>
              <a:rPr lang="en-US" altLang="en-US" dirty="0">
                <a:latin typeface="Times New Roman" pitchFamily="18" charset="0"/>
                <a:cs typeface="Times New Roman" pitchFamily="18" charset="0"/>
              </a:rPr>
              <a:t>CPU registers – contents of all process-centric registers</a:t>
            </a:r>
          </a:p>
          <a:p>
            <a:pPr>
              <a:spcBef>
                <a:spcPts val="0"/>
              </a:spcBef>
            </a:pPr>
            <a:r>
              <a:rPr lang="en-US" altLang="en-US" dirty="0">
                <a:latin typeface="Times New Roman" pitchFamily="18" charset="0"/>
                <a:cs typeface="Times New Roman" pitchFamily="18" charset="0"/>
              </a:rPr>
              <a:t>CPU scheduling information- priorities, scheduling queue pointers</a:t>
            </a:r>
          </a:p>
          <a:p>
            <a:pPr>
              <a:spcBef>
                <a:spcPts val="0"/>
              </a:spcBef>
            </a:pPr>
            <a:r>
              <a:rPr lang="en-US" altLang="en-US" dirty="0">
                <a:latin typeface="Times New Roman" pitchFamily="18" charset="0"/>
                <a:cs typeface="Times New Roman" pitchFamily="18" charset="0"/>
              </a:rPr>
              <a:t>Memory-management information – memory allocated to the process</a:t>
            </a:r>
          </a:p>
          <a:p>
            <a:pPr>
              <a:spcBef>
                <a:spcPts val="0"/>
              </a:spcBef>
            </a:pPr>
            <a:r>
              <a:rPr lang="en-US" altLang="en-US" dirty="0">
                <a:latin typeface="Times New Roman" pitchFamily="18" charset="0"/>
                <a:cs typeface="Times New Roman" pitchFamily="18" charset="0"/>
              </a:rPr>
              <a:t>Accounting information – CPU used, clock time elapsed since start, time limits</a:t>
            </a:r>
          </a:p>
          <a:p>
            <a:pPr>
              <a:spcBef>
                <a:spcPts val="0"/>
              </a:spcBef>
            </a:pPr>
            <a:r>
              <a:rPr lang="en-US" altLang="en-US" dirty="0">
                <a:latin typeface="Times New Roman" pitchFamily="18" charset="0"/>
                <a:cs typeface="Times New Roman" pitchFamily="18" charset="0"/>
              </a:rPr>
              <a:t>I/O status information – I/O devices allocated to process, list of open files</a:t>
            </a:r>
          </a:p>
          <a:p>
            <a:pPr>
              <a:spcBef>
                <a:spcPts val="0"/>
              </a:spcBef>
            </a:pPr>
            <a:endParaRPr lang="en-US" altLang="en-US" dirty="0">
              <a:latin typeface="Times New Roman" pitchFamily="18" charset="0"/>
              <a:cs typeface="Times New Roman" pitchFamily="18" charset="0"/>
            </a:endParaRPr>
          </a:p>
        </p:txBody>
      </p:sp>
      <p:pic>
        <p:nvPicPr>
          <p:cNvPr id="7"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30101" y="1639485"/>
            <a:ext cx="2940406" cy="448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771074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B56C8-E051-4E49-905B-9A93F76FACB5}"/>
              </a:ext>
            </a:extLst>
          </p:cNvPr>
          <p:cNvSpPr>
            <a:spLocks noGrp="1"/>
          </p:cNvSpPr>
          <p:nvPr>
            <p:ph type="title"/>
          </p:nvPr>
        </p:nvSpPr>
        <p:spPr>
          <a:xfrm>
            <a:off x="565150" y="447301"/>
            <a:ext cx="10571423" cy="903642"/>
          </a:xfrm>
        </p:spPr>
        <p:txBody>
          <a:bodyPr>
            <a:normAutofit/>
          </a:bodyPr>
          <a:lstStyle/>
          <a:p>
            <a:pPr algn="ctr"/>
            <a:r>
              <a:rPr lang="en-US" sz="3200" dirty="0">
                <a:latin typeface="Times New Roman"/>
                <a:ea typeface="+mj-lt"/>
                <a:cs typeface="+mj-lt"/>
              </a:rPr>
              <a:t>Process Control Block (PCB)</a:t>
            </a:r>
            <a:endParaRPr lang="en-US" sz="3200" dirty="0">
              <a:latin typeface="Times New Roman"/>
              <a:cs typeface="Times New Roman"/>
            </a:endParaRPr>
          </a:p>
        </p:txBody>
      </p:sp>
      <p:pic>
        <p:nvPicPr>
          <p:cNvPr id="4" name="Picture 4" descr="Graphical user interface, application&#10;&#10;Description automatically generated">
            <a:extLst>
              <a:ext uri="{FF2B5EF4-FFF2-40B4-BE49-F238E27FC236}">
                <a16:creationId xmlns:a16="http://schemas.microsoft.com/office/drawing/2014/main" id="{EB3E2B54-D9E1-46B0-A6C3-41B42EF95F05}"/>
              </a:ext>
            </a:extLst>
          </p:cNvPr>
          <p:cNvPicPr>
            <a:picLocks noGrp="1" noChangeAspect="1"/>
          </p:cNvPicPr>
          <p:nvPr>
            <p:ph idx="1"/>
          </p:nvPr>
        </p:nvPicPr>
        <p:blipFill>
          <a:blip r:embed="rId2"/>
          <a:stretch>
            <a:fillRect/>
          </a:stretch>
        </p:blipFill>
        <p:spPr>
          <a:xfrm>
            <a:off x="4490136" y="1147496"/>
            <a:ext cx="3212356" cy="5584499"/>
          </a:xfrm>
        </p:spPr>
      </p:pic>
      <p:pic>
        <p:nvPicPr>
          <p:cNvPr id="5" name="Picture 4" descr="A picture containing text, clipart&#10;&#10;Description automatically generated">
            <a:extLst>
              <a:ext uri="{FF2B5EF4-FFF2-40B4-BE49-F238E27FC236}">
                <a16:creationId xmlns:a16="http://schemas.microsoft.com/office/drawing/2014/main" id="{327E2929-382A-44D5-A008-9F121CB38725}"/>
              </a:ext>
            </a:extLst>
          </p:cNvPr>
          <p:cNvPicPr>
            <a:picLocks noChangeAspect="1"/>
          </p:cNvPicPr>
          <p:nvPr/>
        </p:nvPicPr>
        <p:blipFill>
          <a:blip r:embed="rId3"/>
          <a:stretch>
            <a:fillRect/>
          </a:stretch>
        </p:blipFill>
        <p:spPr>
          <a:xfrm>
            <a:off x="10971565" y="-17293"/>
            <a:ext cx="1273018" cy="1248669"/>
          </a:xfrm>
          <a:prstGeom prst="rect">
            <a:avLst/>
          </a:prstGeom>
        </p:spPr>
      </p:pic>
      <p:sp>
        <p:nvSpPr>
          <p:cNvPr id="3" name="Date Placeholder 2"/>
          <p:cNvSpPr>
            <a:spLocks noGrp="1"/>
          </p:cNvSpPr>
          <p:nvPr>
            <p:ph type="dt" sz="half" idx="10"/>
          </p:nvPr>
        </p:nvSpPr>
        <p:spPr/>
        <p:txBody>
          <a:bodyPr/>
          <a:lstStyle/>
          <a:p>
            <a:fld id="{9F2A5AEC-D8FE-48B4-8060-8D8AC31865CF}" type="datetime1">
              <a:rPr lang="en-US" smtClean="0"/>
              <a:t>2/24/2026</a:t>
            </a:fld>
            <a:endParaRPr lang="en-US" dirty="0"/>
          </a:p>
        </p:txBody>
      </p:sp>
      <p:sp>
        <p:nvSpPr>
          <p:cNvPr id="6" name="Slide Number Placeholder 5"/>
          <p:cNvSpPr>
            <a:spLocks noGrp="1"/>
          </p:cNvSpPr>
          <p:nvPr>
            <p:ph type="sldNum" sz="quarter" idx="12"/>
          </p:nvPr>
        </p:nvSpPr>
        <p:spPr/>
        <p:txBody>
          <a:bodyPr/>
          <a:lstStyle/>
          <a:p>
            <a:fld id="{49ABCAEC-7D34-E549-A96E-FCEDAADBE4B0}" type="slidenum">
              <a:rPr lang="en-US" smtClean="0"/>
              <a:t>10</a:t>
            </a:fld>
            <a:endParaRPr lang="en-US"/>
          </a:p>
        </p:txBody>
      </p:sp>
    </p:spTree>
    <p:extLst>
      <p:ext uri="{BB962C8B-B14F-4D97-AF65-F5344CB8AC3E}">
        <p14:creationId xmlns:p14="http://schemas.microsoft.com/office/powerpoint/2010/main" val="33774214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D48A613C-5984-4F43-99E0-69C9F9E43F02}" type="datetime1">
              <a:rPr lang="en-US" smtClean="0"/>
              <a:t>2/24/2026</a:t>
            </a:fld>
            <a:endParaRPr lang="en-US" dirty="0"/>
          </a:p>
        </p:txBody>
      </p:sp>
      <p:sp>
        <p:nvSpPr>
          <p:cNvPr id="4" name="Slide Number Placeholder 3"/>
          <p:cNvSpPr>
            <a:spLocks noGrp="1"/>
          </p:cNvSpPr>
          <p:nvPr>
            <p:ph type="sldNum" sz="quarter" idx="12"/>
          </p:nvPr>
        </p:nvSpPr>
        <p:spPr/>
        <p:txBody>
          <a:bodyPr/>
          <a:lstStyle/>
          <a:p>
            <a:fld id="{49ABCAEC-7D34-E549-A96E-FCEDAADBE4B0}" type="slidenum">
              <a:rPr lang="en-US" smtClean="0"/>
              <a:t>11</a:t>
            </a:fld>
            <a:endParaRPr lang="en-US"/>
          </a:p>
        </p:txBody>
      </p:sp>
      <p:sp>
        <p:nvSpPr>
          <p:cNvPr id="5" name="Title 1"/>
          <p:cNvSpPr txBox="1">
            <a:spLocks/>
          </p:cNvSpPr>
          <p:nvPr/>
        </p:nvSpPr>
        <p:spPr>
          <a:xfrm>
            <a:off x="1583140" y="566174"/>
            <a:ext cx="8952932" cy="935080"/>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pPr algn="ctr"/>
            <a:r>
              <a:rPr lang="en-US" sz="3200" dirty="0">
                <a:latin typeface="Times New Roman" pitchFamily="18" charset="0"/>
                <a:cs typeface="Times New Roman" pitchFamily="18" charset="0"/>
              </a:rPr>
              <a:t>Process Control Block (PCB)</a:t>
            </a:r>
          </a:p>
        </p:txBody>
      </p:sp>
      <p:sp>
        <p:nvSpPr>
          <p:cNvPr id="6" name="Content Placeholder 2"/>
          <p:cNvSpPr txBox="1">
            <a:spLocks/>
          </p:cNvSpPr>
          <p:nvPr/>
        </p:nvSpPr>
        <p:spPr>
          <a:xfrm>
            <a:off x="565150" y="1637732"/>
            <a:ext cx="11308402" cy="4273622"/>
          </a:xfrm>
          <a:prstGeom prst="rect">
            <a:avLst/>
          </a:prstGeom>
        </p:spPr>
        <p:txBody>
          <a:bodyPr>
            <a:noAutofit/>
          </a:bodyPr>
          <a:lstStyle>
            <a:lvl1pPr marL="228600" indent="-228600" algn="l" defTabSz="914400" rtl="0" eaLnBrk="1" latinLnBrk="0" hangingPunct="1">
              <a:lnSpc>
                <a:spcPct val="100000"/>
              </a:lnSpc>
              <a:spcBef>
                <a:spcPts val="900"/>
              </a:spcBef>
              <a:buFont typeface="Arial" panose="020B0604020202020204" pitchFamily="34" charset="0"/>
              <a:buChar char="•"/>
              <a:defRPr sz="2400" b="0" i="0" kern="1200">
                <a:solidFill>
                  <a:schemeClr val="tx1"/>
                </a:solidFill>
                <a:latin typeface="+mn-lt"/>
                <a:ea typeface="+mn-ea"/>
                <a:cs typeface="+mn-cs"/>
              </a:defRPr>
            </a:lvl1pPr>
            <a:lvl2pPr marL="685800" indent="-228600" algn="l" defTabSz="914400" rtl="0" eaLnBrk="1" latinLnBrk="0" hangingPunct="1">
              <a:lnSpc>
                <a:spcPct val="100000"/>
              </a:lnSpc>
              <a:spcBef>
                <a:spcPts val="900"/>
              </a:spcBef>
              <a:buFont typeface="Arial" panose="020B0604020202020204" pitchFamily="34" charset="0"/>
              <a:buChar char="•"/>
              <a:defRPr sz="2000" b="0" i="0" kern="1200">
                <a:solidFill>
                  <a:schemeClr val="tx1"/>
                </a:solidFill>
                <a:latin typeface="+mn-lt"/>
                <a:ea typeface="+mn-ea"/>
                <a:cs typeface="+mn-cs"/>
              </a:defRPr>
            </a:lvl2pPr>
            <a:lvl3pPr marL="1143000" indent="-228600" algn="l" defTabSz="914400" rtl="0" eaLnBrk="1" latinLnBrk="0" hangingPunct="1">
              <a:lnSpc>
                <a:spcPct val="100000"/>
              </a:lnSpc>
              <a:spcBef>
                <a:spcPts val="900"/>
              </a:spcBef>
              <a:buFont typeface="Arial" panose="020B0604020202020204" pitchFamily="34" charset="0"/>
              <a:buChar char="•"/>
              <a:defRPr sz="1800" b="0" i="0" kern="1200">
                <a:solidFill>
                  <a:schemeClr val="tx1"/>
                </a:solidFill>
                <a:latin typeface="+mn-lt"/>
                <a:ea typeface="+mn-ea"/>
                <a:cs typeface="+mn-cs"/>
              </a:defRPr>
            </a:lvl3pPr>
            <a:lvl4pPr marL="1600200" indent="-228600" algn="l" defTabSz="914400" rtl="0" eaLnBrk="1" latinLnBrk="0" hangingPunct="1">
              <a:lnSpc>
                <a:spcPct val="100000"/>
              </a:lnSpc>
              <a:spcBef>
                <a:spcPts val="900"/>
              </a:spcBef>
              <a:buFont typeface="Arial" panose="020B0604020202020204" pitchFamily="34" charset="0"/>
              <a:buChar char="•"/>
              <a:defRPr sz="1600" b="0" i="0" kern="1200">
                <a:solidFill>
                  <a:schemeClr val="tx1"/>
                </a:solidFill>
                <a:latin typeface="+mn-lt"/>
                <a:ea typeface="+mn-ea"/>
                <a:cs typeface="+mn-cs"/>
              </a:defRPr>
            </a:lvl4pPr>
            <a:lvl5pPr marL="2057400" indent="-228600" algn="l" defTabSz="914400" rtl="0" eaLnBrk="1" latinLnBrk="0" hangingPunct="1">
              <a:lnSpc>
                <a:spcPct val="100000"/>
              </a:lnSpc>
              <a:spcBef>
                <a:spcPts val="9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rgbClr val="002060"/>
                </a:solidFill>
                <a:latin typeface="Times New Roman" pitchFamily="18" charset="0"/>
                <a:cs typeface="Times New Roman" pitchFamily="18" charset="0"/>
              </a:rPr>
              <a:t>Process State: </a:t>
            </a:r>
            <a:r>
              <a:rPr lang="en-US" dirty="0">
                <a:latin typeface="Times New Roman" pitchFamily="18" charset="0"/>
                <a:cs typeface="Times New Roman" pitchFamily="18" charset="0"/>
              </a:rPr>
              <a:t>The current state of the process i.e., whether it is ready, running, waiting, or whatever</a:t>
            </a:r>
          </a:p>
          <a:p>
            <a:r>
              <a:rPr lang="en-US" b="1" dirty="0">
                <a:solidFill>
                  <a:srgbClr val="002060"/>
                </a:solidFill>
                <a:latin typeface="Times New Roman" pitchFamily="18" charset="0"/>
                <a:cs typeface="Times New Roman" pitchFamily="18" charset="0"/>
              </a:rPr>
              <a:t>Process privileges: </a:t>
            </a:r>
            <a:r>
              <a:rPr lang="en-US" dirty="0">
                <a:latin typeface="Times New Roman" pitchFamily="18" charset="0"/>
                <a:cs typeface="Times New Roman" pitchFamily="18" charset="0"/>
              </a:rPr>
              <a:t>This is required to allow/disallow access to system resources</a:t>
            </a:r>
          </a:p>
          <a:p>
            <a:r>
              <a:rPr lang="en-US" b="1" dirty="0">
                <a:solidFill>
                  <a:srgbClr val="002060"/>
                </a:solidFill>
                <a:latin typeface="Times New Roman" pitchFamily="18" charset="0"/>
                <a:cs typeface="Times New Roman" pitchFamily="18" charset="0"/>
              </a:rPr>
              <a:t>Process ID: </a:t>
            </a:r>
            <a:r>
              <a:rPr lang="en-US" dirty="0">
                <a:latin typeface="Times New Roman" pitchFamily="18" charset="0"/>
                <a:cs typeface="Times New Roman" pitchFamily="18" charset="0"/>
              </a:rPr>
              <a:t>Unique identification for each of the process in the operating system</a:t>
            </a:r>
          </a:p>
          <a:p>
            <a:r>
              <a:rPr lang="en-US" b="1" dirty="0">
                <a:solidFill>
                  <a:srgbClr val="002060"/>
                </a:solidFill>
                <a:latin typeface="Times New Roman" pitchFamily="18" charset="0"/>
                <a:cs typeface="Times New Roman" pitchFamily="18" charset="0"/>
              </a:rPr>
              <a:t>Pointer: </a:t>
            </a:r>
            <a:r>
              <a:rPr lang="en-US" dirty="0">
                <a:latin typeface="Times New Roman" pitchFamily="18" charset="0"/>
                <a:cs typeface="Times New Roman" pitchFamily="18" charset="0"/>
              </a:rPr>
              <a:t>A pointer to parent process</a:t>
            </a:r>
          </a:p>
          <a:p>
            <a:r>
              <a:rPr lang="en-US" b="1" dirty="0">
                <a:solidFill>
                  <a:srgbClr val="002060"/>
                </a:solidFill>
                <a:latin typeface="Times New Roman" pitchFamily="18" charset="0"/>
                <a:cs typeface="Times New Roman" pitchFamily="18" charset="0"/>
              </a:rPr>
              <a:t>Program Counter: </a:t>
            </a:r>
            <a:r>
              <a:rPr lang="en-US" dirty="0">
                <a:latin typeface="Times New Roman" pitchFamily="18" charset="0"/>
                <a:cs typeface="Times New Roman" pitchFamily="18" charset="0"/>
              </a:rPr>
              <a:t>Program Counter is a pointer to the address of the next instruction to be executed for this process</a:t>
            </a:r>
          </a:p>
          <a:p>
            <a:r>
              <a:rPr lang="en-US" b="1" dirty="0">
                <a:solidFill>
                  <a:srgbClr val="002060"/>
                </a:solidFill>
                <a:latin typeface="Times New Roman" pitchFamily="18" charset="0"/>
                <a:cs typeface="Times New Roman" pitchFamily="18" charset="0"/>
              </a:rPr>
              <a:t>CPU registers: </a:t>
            </a:r>
            <a:r>
              <a:rPr lang="en-US" dirty="0">
                <a:latin typeface="Times New Roman" pitchFamily="18" charset="0"/>
                <a:cs typeface="Times New Roman" pitchFamily="18" charset="0"/>
              </a:rPr>
              <a:t>Various CPU registers where process need to be stored for execution for running state</a:t>
            </a:r>
          </a:p>
        </p:txBody>
      </p:sp>
    </p:spTree>
    <p:extLst>
      <p:ext uri="{BB962C8B-B14F-4D97-AF65-F5344CB8AC3E}">
        <p14:creationId xmlns:p14="http://schemas.microsoft.com/office/powerpoint/2010/main" val="10837865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10680605" cy="784955"/>
          </a:xfrm>
        </p:spPr>
        <p:txBody>
          <a:bodyPr>
            <a:normAutofit/>
          </a:bodyPr>
          <a:lstStyle/>
          <a:p>
            <a:pPr algn="ctr"/>
            <a:r>
              <a:rPr lang="en-US" sz="3200" dirty="0">
                <a:latin typeface="Times New Roman" pitchFamily="18" charset="0"/>
                <a:cs typeface="Times New Roman" pitchFamily="18" charset="0"/>
              </a:rPr>
              <a:t>Process Control Block (PCB)</a:t>
            </a:r>
            <a:endParaRPr lang="en-US" sz="3200" dirty="0"/>
          </a:p>
        </p:txBody>
      </p:sp>
      <p:sp>
        <p:nvSpPr>
          <p:cNvPr id="3" name="Date Placeholder 2"/>
          <p:cNvSpPr>
            <a:spLocks noGrp="1"/>
          </p:cNvSpPr>
          <p:nvPr>
            <p:ph type="dt" sz="half" idx="10"/>
          </p:nvPr>
        </p:nvSpPr>
        <p:spPr/>
        <p:txBody>
          <a:bodyPr/>
          <a:lstStyle/>
          <a:p>
            <a:fld id="{D48A613C-5984-4F43-99E0-69C9F9E43F02}" type="datetime1">
              <a:rPr lang="en-US" smtClean="0"/>
              <a:t>2/24/2026</a:t>
            </a:fld>
            <a:endParaRPr lang="en-US" dirty="0"/>
          </a:p>
        </p:txBody>
      </p:sp>
      <p:sp>
        <p:nvSpPr>
          <p:cNvPr id="4" name="Slide Number Placeholder 3"/>
          <p:cNvSpPr>
            <a:spLocks noGrp="1"/>
          </p:cNvSpPr>
          <p:nvPr>
            <p:ph type="sldNum" sz="quarter" idx="12"/>
          </p:nvPr>
        </p:nvSpPr>
        <p:spPr/>
        <p:txBody>
          <a:bodyPr/>
          <a:lstStyle/>
          <a:p>
            <a:fld id="{49ABCAEC-7D34-E549-A96E-FCEDAADBE4B0}" type="slidenum">
              <a:rPr lang="en-US" smtClean="0"/>
              <a:t>12</a:t>
            </a:fld>
            <a:endParaRPr lang="en-US"/>
          </a:p>
        </p:txBody>
      </p:sp>
      <p:sp>
        <p:nvSpPr>
          <p:cNvPr id="5" name="Rectangle 4"/>
          <p:cNvSpPr/>
          <p:nvPr/>
        </p:nvSpPr>
        <p:spPr>
          <a:xfrm>
            <a:off x="395784" y="1711741"/>
            <a:ext cx="11409527" cy="4524315"/>
          </a:xfrm>
          <a:prstGeom prst="rect">
            <a:avLst/>
          </a:prstGeom>
        </p:spPr>
        <p:txBody>
          <a:bodyPr wrap="square">
            <a:spAutoFit/>
          </a:bodyPr>
          <a:lstStyle/>
          <a:p>
            <a:pPr marL="342900" indent="-342900">
              <a:lnSpc>
                <a:spcPct val="150000"/>
              </a:lnSpc>
              <a:buFont typeface="Arial" pitchFamily="34" charset="0"/>
              <a:buChar char="•"/>
            </a:pPr>
            <a:r>
              <a:rPr lang="en-US" sz="2400" b="1" dirty="0">
                <a:solidFill>
                  <a:srgbClr val="002060"/>
                </a:solidFill>
                <a:latin typeface="Times New Roman" pitchFamily="18" charset="0"/>
                <a:cs typeface="Times New Roman" pitchFamily="18" charset="0"/>
              </a:rPr>
              <a:t>CPU Scheduling</a:t>
            </a:r>
            <a:r>
              <a:rPr lang="en-US" sz="2400" dirty="0">
                <a:latin typeface="Times New Roman" pitchFamily="18" charset="0"/>
                <a:cs typeface="Times New Roman" pitchFamily="18" charset="0"/>
              </a:rPr>
              <a:t>: Information Process priority and other scheduling information which is required to schedule the process</a:t>
            </a:r>
          </a:p>
          <a:p>
            <a:pPr marL="342900" indent="-342900">
              <a:lnSpc>
                <a:spcPct val="150000"/>
              </a:lnSpc>
              <a:buFont typeface="Arial" pitchFamily="34" charset="0"/>
              <a:buChar char="•"/>
            </a:pPr>
            <a:r>
              <a:rPr lang="en-US" sz="2400" b="1" dirty="0">
                <a:solidFill>
                  <a:srgbClr val="002060"/>
                </a:solidFill>
                <a:latin typeface="Times New Roman" pitchFamily="18" charset="0"/>
                <a:cs typeface="Times New Roman" pitchFamily="18" charset="0"/>
              </a:rPr>
              <a:t>Memory management information</a:t>
            </a:r>
            <a:r>
              <a:rPr lang="en-US" sz="2400" dirty="0">
                <a:solidFill>
                  <a:srgbClr val="002060"/>
                </a:solidFill>
                <a:latin typeface="Times New Roman" pitchFamily="18" charset="0"/>
                <a:cs typeface="Times New Roman" pitchFamily="18" charset="0"/>
              </a:rPr>
              <a:t>: </a:t>
            </a:r>
            <a:r>
              <a:rPr lang="en-US" sz="2400" dirty="0">
                <a:latin typeface="Times New Roman" pitchFamily="18" charset="0"/>
                <a:cs typeface="Times New Roman" pitchFamily="18" charset="0"/>
              </a:rPr>
              <a:t>This includes the information of page table, memory limits, Segment table depending on memory used by the operating system</a:t>
            </a:r>
          </a:p>
          <a:p>
            <a:pPr marL="342900" indent="-342900">
              <a:lnSpc>
                <a:spcPct val="150000"/>
              </a:lnSpc>
              <a:buFont typeface="Arial" pitchFamily="34" charset="0"/>
              <a:buChar char="•"/>
            </a:pPr>
            <a:r>
              <a:rPr lang="en-US" sz="2400" b="1" dirty="0">
                <a:solidFill>
                  <a:srgbClr val="002060"/>
                </a:solidFill>
                <a:latin typeface="Times New Roman" pitchFamily="18" charset="0"/>
                <a:cs typeface="Times New Roman" pitchFamily="18" charset="0"/>
              </a:rPr>
              <a:t>Accounting information: </a:t>
            </a:r>
            <a:r>
              <a:rPr lang="en-US" sz="2400" dirty="0">
                <a:latin typeface="Times New Roman" pitchFamily="18" charset="0"/>
                <a:cs typeface="Times New Roman" pitchFamily="18" charset="0"/>
              </a:rPr>
              <a:t>This includes the amount of CPU used for process execution, time limits, execution ID etc.</a:t>
            </a:r>
          </a:p>
          <a:p>
            <a:pPr marL="342900" indent="-342900">
              <a:lnSpc>
                <a:spcPct val="150000"/>
              </a:lnSpc>
              <a:buFont typeface="Arial" pitchFamily="34" charset="0"/>
              <a:buChar char="•"/>
            </a:pPr>
            <a:r>
              <a:rPr lang="en-US" sz="2400" b="1" dirty="0">
                <a:solidFill>
                  <a:srgbClr val="002060"/>
                </a:solidFill>
                <a:latin typeface="Times New Roman" pitchFamily="18" charset="0"/>
                <a:cs typeface="Times New Roman" pitchFamily="18" charset="0"/>
              </a:rPr>
              <a:t>I/O status information: </a:t>
            </a:r>
            <a:r>
              <a:rPr lang="en-US" sz="2400" dirty="0">
                <a:latin typeface="Times New Roman" pitchFamily="18" charset="0"/>
                <a:cs typeface="Times New Roman" pitchFamily="18" charset="0"/>
              </a:rPr>
              <a:t>This includes a list of I/O devices allocated to the process</a:t>
            </a:r>
          </a:p>
          <a:p>
            <a:pPr marL="342900" indent="-342900">
              <a:lnSpc>
                <a:spcPct val="150000"/>
              </a:lnSpc>
              <a:buFont typeface="Arial" pitchFamily="34" charset="0"/>
              <a:buChar char="•"/>
            </a:pP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17911770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EFE82FE-7465-AE46-88DF-34D347E83B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4AE354-1175-41A7-84C5-E64B9E976DA1}"/>
              </a:ext>
            </a:extLst>
          </p:cNvPr>
          <p:cNvSpPr>
            <a:spLocks noGrp="1"/>
          </p:cNvSpPr>
          <p:nvPr>
            <p:ph type="title"/>
          </p:nvPr>
        </p:nvSpPr>
        <p:spPr>
          <a:xfrm>
            <a:off x="565150" y="607041"/>
            <a:ext cx="10130224" cy="924424"/>
          </a:xfrm>
        </p:spPr>
        <p:txBody>
          <a:bodyPr>
            <a:normAutofit/>
          </a:bodyPr>
          <a:lstStyle/>
          <a:p>
            <a:pPr algn="ctr"/>
            <a:r>
              <a:rPr lang="en-US" sz="3200" dirty="0">
                <a:latin typeface="Times New Roman"/>
                <a:ea typeface="+mj-lt"/>
                <a:cs typeface="+mj-lt"/>
              </a:rPr>
              <a:t>Process Scheduling</a:t>
            </a:r>
            <a:endParaRPr lang="en-US" sz="3200" dirty="0">
              <a:latin typeface="Times New Roman"/>
              <a:cs typeface="Times New Roman"/>
            </a:endParaRPr>
          </a:p>
        </p:txBody>
      </p:sp>
      <p:sp>
        <p:nvSpPr>
          <p:cNvPr id="3" name="Content Placeholder 2">
            <a:extLst>
              <a:ext uri="{FF2B5EF4-FFF2-40B4-BE49-F238E27FC236}">
                <a16:creationId xmlns:a16="http://schemas.microsoft.com/office/drawing/2014/main" id="{959A7FBA-9802-4628-9DD9-2173A0FF0932}"/>
              </a:ext>
            </a:extLst>
          </p:cNvPr>
          <p:cNvSpPr>
            <a:spLocks noGrp="1"/>
          </p:cNvSpPr>
          <p:nvPr>
            <p:ph idx="1"/>
          </p:nvPr>
        </p:nvSpPr>
        <p:spPr>
          <a:xfrm>
            <a:off x="481643" y="1314509"/>
            <a:ext cx="11059238" cy="4770307"/>
          </a:xfrm>
        </p:spPr>
        <p:txBody>
          <a:bodyPr vert="horz" lIns="91440" tIns="45720" rIns="91440" bIns="45720" rtlCol="0" anchor="t">
            <a:normAutofit/>
          </a:bodyPr>
          <a:lstStyle/>
          <a:p>
            <a:pPr algn="just"/>
            <a:r>
              <a:rPr lang="en-US" sz="2800" dirty="0">
                <a:latin typeface="Times New Roman"/>
                <a:ea typeface="+mn-lt"/>
                <a:cs typeface="+mn-lt"/>
              </a:rPr>
              <a:t>The process scheduling is the activity of the process manager that handles the removal of the running process from the CPU and the selection of another process on the basis of a particular strategy</a:t>
            </a:r>
            <a:endParaRPr lang="en-US" dirty="0"/>
          </a:p>
          <a:p>
            <a:pPr algn="just"/>
            <a:r>
              <a:rPr lang="en-US" sz="2800" dirty="0">
                <a:latin typeface="Times New Roman"/>
                <a:ea typeface="+mn-lt"/>
                <a:cs typeface="+mn-lt"/>
              </a:rPr>
              <a:t>The Operating System maintains the following important process scheduling queues </a:t>
            </a:r>
          </a:p>
          <a:p>
            <a:pPr lvl="1" algn="just"/>
            <a:r>
              <a:rPr lang="en-US" sz="2800" dirty="0">
                <a:latin typeface="Times New Roman"/>
                <a:ea typeface="+mn-lt"/>
                <a:cs typeface="+mn-lt"/>
              </a:rPr>
              <a:t> Job queue </a:t>
            </a:r>
          </a:p>
          <a:p>
            <a:pPr lvl="1" algn="just"/>
            <a:r>
              <a:rPr lang="en-US" sz="2800" dirty="0">
                <a:latin typeface="Times New Roman"/>
                <a:ea typeface="+mn-lt"/>
                <a:cs typeface="+mn-lt"/>
              </a:rPr>
              <a:t> Ready queue </a:t>
            </a:r>
          </a:p>
          <a:p>
            <a:pPr lvl="1" algn="just"/>
            <a:r>
              <a:rPr lang="en-US" sz="2800" dirty="0">
                <a:latin typeface="Times New Roman"/>
                <a:ea typeface="+mn-lt"/>
                <a:cs typeface="+mn-lt"/>
              </a:rPr>
              <a:t>Device queues</a:t>
            </a:r>
            <a:endParaRPr lang="en-US" sz="2800" dirty="0">
              <a:latin typeface="Times New Roman"/>
              <a:cs typeface="Times New Roman"/>
            </a:endParaRPr>
          </a:p>
        </p:txBody>
      </p:sp>
      <p:grpSp>
        <p:nvGrpSpPr>
          <p:cNvPr id="10" name="Group 9">
            <a:extLst>
              <a:ext uri="{FF2B5EF4-FFF2-40B4-BE49-F238E27FC236}">
                <a16:creationId xmlns:a16="http://schemas.microsoft.com/office/drawing/2014/main" id="{0A30B600-877F-7746-B57D-25C3B476FE7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90315" y="0"/>
            <a:ext cx="1901686" cy="6858000"/>
            <a:chOff x="10290315" y="0"/>
            <a:chExt cx="1901686" cy="6858000"/>
          </a:xfrm>
        </p:grpSpPr>
        <p:sp>
          <p:nvSpPr>
            <p:cNvPr id="11" name="Freeform 43">
              <a:extLst>
                <a:ext uri="{FF2B5EF4-FFF2-40B4-BE49-F238E27FC236}">
                  <a16:creationId xmlns:a16="http://schemas.microsoft.com/office/drawing/2014/main" id="{2C3F9BC4-CA61-1545-AFCA-2998DE0A81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44">
              <a:extLst>
                <a:ext uri="{FF2B5EF4-FFF2-40B4-BE49-F238E27FC236}">
                  <a16:creationId xmlns:a16="http://schemas.microsoft.com/office/drawing/2014/main" id="{6DF9667B-A221-FF48-BE03-0BCECE0271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45">
              <a:extLst>
                <a:ext uri="{FF2B5EF4-FFF2-40B4-BE49-F238E27FC236}">
                  <a16:creationId xmlns:a16="http://schemas.microsoft.com/office/drawing/2014/main" id="{B043781C-7B99-5E41-ACB6-43554D9E34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46">
              <a:extLst>
                <a:ext uri="{FF2B5EF4-FFF2-40B4-BE49-F238E27FC236}">
                  <a16:creationId xmlns:a16="http://schemas.microsoft.com/office/drawing/2014/main" id="{24D64776-7D03-D04E-9D4F-4913424D1A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47">
              <a:extLst>
                <a:ext uri="{FF2B5EF4-FFF2-40B4-BE49-F238E27FC236}">
                  <a16:creationId xmlns:a16="http://schemas.microsoft.com/office/drawing/2014/main" id="{84D49EAC-E325-E74E-9875-A5B09696F6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48">
              <a:extLst>
                <a:ext uri="{FF2B5EF4-FFF2-40B4-BE49-F238E27FC236}">
                  <a16:creationId xmlns:a16="http://schemas.microsoft.com/office/drawing/2014/main" id="{A82CBB5F-9CE4-9F41-828D-030FF74ABE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18" name="Straight Connector 17">
            <a:extLst>
              <a:ext uri="{FF2B5EF4-FFF2-40B4-BE49-F238E27FC236}">
                <a16:creationId xmlns:a16="http://schemas.microsoft.com/office/drawing/2014/main" id="{BE2AC807-9FDE-674F-84BF-EC319D68324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4" name="Picture 4" descr="Diagram&#10;&#10;Description automatically generated">
            <a:extLst>
              <a:ext uri="{FF2B5EF4-FFF2-40B4-BE49-F238E27FC236}">
                <a16:creationId xmlns:a16="http://schemas.microsoft.com/office/drawing/2014/main" id="{E04C9F5F-360F-4D83-9551-F04EE0A8921C}"/>
              </a:ext>
            </a:extLst>
          </p:cNvPr>
          <p:cNvPicPr>
            <a:picLocks noChangeAspect="1"/>
          </p:cNvPicPr>
          <p:nvPr/>
        </p:nvPicPr>
        <p:blipFill>
          <a:blip r:embed="rId2"/>
          <a:stretch>
            <a:fillRect/>
          </a:stretch>
        </p:blipFill>
        <p:spPr>
          <a:xfrm>
            <a:off x="4235327" y="3305925"/>
            <a:ext cx="7857993" cy="3552075"/>
          </a:xfrm>
          <a:prstGeom prst="rect">
            <a:avLst/>
          </a:prstGeom>
        </p:spPr>
      </p:pic>
      <p:pic>
        <p:nvPicPr>
          <p:cNvPr id="17" name="Picture 16" descr="A picture containing text, clipart&#10;&#10;Description automatically generated">
            <a:extLst>
              <a:ext uri="{FF2B5EF4-FFF2-40B4-BE49-F238E27FC236}">
                <a16:creationId xmlns:a16="http://schemas.microsoft.com/office/drawing/2014/main" id="{327E2929-382A-44D5-A008-9F121CB38725}"/>
              </a:ext>
            </a:extLst>
          </p:cNvPr>
          <p:cNvPicPr>
            <a:picLocks noChangeAspect="1"/>
          </p:cNvPicPr>
          <p:nvPr/>
        </p:nvPicPr>
        <p:blipFill>
          <a:blip r:embed="rId3"/>
          <a:stretch>
            <a:fillRect/>
          </a:stretch>
        </p:blipFill>
        <p:spPr>
          <a:xfrm>
            <a:off x="10971565" y="-17293"/>
            <a:ext cx="1273018" cy="1248669"/>
          </a:xfrm>
          <a:prstGeom prst="rect">
            <a:avLst/>
          </a:prstGeom>
        </p:spPr>
      </p:pic>
      <p:sp>
        <p:nvSpPr>
          <p:cNvPr id="5" name="Date Placeholder 4"/>
          <p:cNvSpPr>
            <a:spLocks noGrp="1"/>
          </p:cNvSpPr>
          <p:nvPr>
            <p:ph type="dt" sz="half" idx="10"/>
          </p:nvPr>
        </p:nvSpPr>
        <p:spPr/>
        <p:txBody>
          <a:bodyPr/>
          <a:lstStyle/>
          <a:p>
            <a:fld id="{178D75B7-A1FC-4F14-B94E-64BD101BC7A8}" type="datetime1">
              <a:rPr lang="en-US" smtClean="0"/>
              <a:t>2/24/2026</a:t>
            </a:fld>
            <a:endParaRPr lang="en-US" dirty="0"/>
          </a:p>
        </p:txBody>
      </p:sp>
      <p:sp>
        <p:nvSpPr>
          <p:cNvPr id="6" name="Slide Number Placeholder 5"/>
          <p:cNvSpPr>
            <a:spLocks noGrp="1"/>
          </p:cNvSpPr>
          <p:nvPr>
            <p:ph type="sldNum" sz="quarter" idx="12"/>
          </p:nvPr>
        </p:nvSpPr>
        <p:spPr/>
        <p:txBody>
          <a:bodyPr/>
          <a:lstStyle/>
          <a:p>
            <a:fld id="{49ABCAEC-7D34-E549-A96E-FCEDAADBE4B0}" type="slidenum">
              <a:rPr lang="en-US" smtClean="0"/>
              <a:t>13</a:t>
            </a:fld>
            <a:endParaRPr lang="en-US"/>
          </a:p>
        </p:txBody>
      </p:sp>
    </p:spTree>
    <p:extLst>
      <p:ext uri="{BB962C8B-B14F-4D97-AF65-F5344CB8AC3E}">
        <p14:creationId xmlns:p14="http://schemas.microsoft.com/office/powerpoint/2010/main" val="31227710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11267459" cy="1268984"/>
          </a:xfrm>
        </p:spPr>
        <p:txBody>
          <a:bodyPr>
            <a:normAutofit/>
          </a:bodyPr>
          <a:lstStyle/>
          <a:p>
            <a:pPr algn="ctr"/>
            <a:r>
              <a:rPr lang="en-US" sz="3200" dirty="0">
                <a:latin typeface="Times New Roman" pitchFamily="18" charset="0"/>
                <a:cs typeface="Times New Roman" pitchFamily="18" charset="0"/>
              </a:rPr>
              <a:t>Schedulers</a:t>
            </a:r>
          </a:p>
        </p:txBody>
      </p:sp>
      <p:sp>
        <p:nvSpPr>
          <p:cNvPr id="3" name="Date Placeholder 2"/>
          <p:cNvSpPr>
            <a:spLocks noGrp="1"/>
          </p:cNvSpPr>
          <p:nvPr>
            <p:ph type="dt" sz="half" idx="10"/>
          </p:nvPr>
        </p:nvSpPr>
        <p:spPr/>
        <p:txBody>
          <a:bodyPr/>
          <a:lstStyle/>
          <a:p>
            <a:fld id="{D48A613C-5984-4F43-99E0-69C9F9E43F02}" type="datetime1">
              <a:rPr lang="en-US" smtClean="0"/>
              <a:t>2/24/2026</a:t>
            </a:fld>
            <a:endParaRPr lang="en-US" dirty="0"/>
          </a:p>
        </p:txBody>
      </p:sp>
      <p:sp>
        <p:nvSpPr>
          <p:cNvPr id="4" name="Slide Number Placeholder 3"/>
          <p:cNvSpPr>
            <a:spLocks noGrp="1"/>
          </p:cNvSpPr>
          <p:nvPr>
            <p:ph type="sldNum" sz="quarter" idx="12"/>
          </p:nvPr>
        </p:nvSpPr>
        <p:spPr/>
        <p:txBody>
          <a:bodyPr/>
          <a:lstStyle/>
          <a:p>
            <a:fld id="{49ABCAEC-7D34-E549-A96E-FCEDAADBE4B0}" type="slidenum">
              <a:rPr lang="en-US" smtClean="0"/>
              <a:t>14</a:t>
            </a:fld>
            <a:endParaRPr lang="en-US"/>
          </a:p>
        </p:txBody>
      </p:sp>
      <p:sp>
        <p:nvSpPr>
          <p:cNvPr id="5" name="Rectangle 4"/>
          <p:cNvSpPr/>
          <p:nvPr/>
        </p:nvSpPr>
        <p:spPr>
          <a:xfrm>
            <a:off x="764275" y="1777958"/>
            <a:ext cx="10699845" cy="2677656"/>
          </a:xfrm>
          <a:prstGeom prst="rect">
            <a:avLst/>
          </a:prstGeom>
        </p:spPr>
        <p:txBody>
          <a:bodyPr wrap="square">
            <a:spAutoFit/>
          </a:bodyPr>
          <a:lstStyle/>
          <a:p>
            <a:pPr marL="457200" indent="-457200">
              <a:buFont typeface="Arial" pitchFamily="34" charset="0"/>
              <a:buChar char="•"/>
            </a:pPr>
            <a:r>
              <a:rPr lang="en-US" sz="2800" dirty="0">
                <a:latin typeface="Times New Roman" pitchFamily="18" charset="0"/>
                <a:cs typeface="Times New Roman" pitchFamily="18" charset="0"/>
              </a:rPr>
              <a:t>The main task of schedulers is to select the jobs to be submitted into the system and to decide which process to run</a:t>
            </a:r>
          </a:p>
          <a:p>
            <a:pPr marL="457200" indent="-457200">
              <a:buFont typeface="Arial" pitchFamily="34" charset="0"/>
              <a:buChar char="•"/>
            </a:pPr>
            <a:r>
              <a:rPr lang="en-US" sz="2800" dirty="0">
                <a:latin typeface="Times New Roman" pitchFamily="18" charset="0"/>
                <a:cs typeface="Times New Roman" pitchFamily="18" charset="0"/>
              </a:rPr>
              <a:t>Schedulers are of three types </a:t>
            </a:r>
          </a:p>
          <a:p>
            <a:pPr lvl="2"/>
            <a:r>
              <a:rPr lang="en-US" sz="2800" dirty="0">
                <a:latin typeface="Times New Roman" pitchFamily="18" charset="0"/>
                <a:cs typeface="Times New Roman" pitchFamily="18" charset="0"/>
              </a:rPr>
              <a:t> Long-Term Scheduler </a:t>
            </a:r>
          </a:p>
          <a:p>
            <a:pPr lvl="2"/>
            <a:r>
              <a:rPr lang="en-US" sz="2800" dirty="0">
                <a:latin typeface="Times New Roman" pitchFamily="18" charset="0"/>
                <a:cs typeface="Times New Roman" pitchFamily="18" charset="0"/>
              </a:rPr>
              <a:t> Short-Term Scheduler </a:t>
            </a:r>
          </a:p>
          <a:p>
            <a:pPr lvl="2"/>
            <a:r>
              <a:rPr lang="en-US" sz="2800" dirty="0">
                <a:latin typeface="Times New Roman" pitchFamily="18" charset="0"/>
                <a:cs typeface="Times New Roman" pitchFamily="18" charset="0"/>
              </a:rPr>
              <a:t> Medium-Term Schedule</a:t>
            </a:r>
          </a:p>
        </p:txBody>
      </p:sp>
      <p:pic>
        <p:nvPicPr>
          <p:cNvPr id="6" name="Picture 5" descr="A picture containing text, clipart&#10;&#10;Description automatically generated">
            <a:extLst>
              <a:ext uri="{FF2B5EF4-FFF2-40B4-BE49-F238E27FC236}">
                <a16:creationId xmlns:a16="http://schemas.microsoft.com/office/drawing/2014/main" id="{327E2929-382A-44D5-A008-9F121CB38725}"/>
              </a:ext>
            </a:extLst>
          </p:cNvPr>
          <p:cNvPicPr>
            <a:picLocks noChangeAspect="1"/>
          </p:cNvPicPr>
          <p:nvPr/>
        </p:nvPicPr>
        <p:blipFill>
          <a:blip r:embed="rId2"/>
          <a:stretch>
            <a:fillRect/>
          </a:stretch>
        </p:blipFill>
        <p:spPr>
          <a:xfrm>
            <a:off x="10971565" y="-17293"/>
            <a:ext cx="1273018" cy="1248669"/>
          </a:xfrm>
          <a:prstGeom prst="rect">
            <a:avLst/>
          </a:prstGeom>
        </p:spPr>
      </p:pic>
    </p:spTree>
    <p:extLst>
      <p:ext uri="{BB962C8B-B14F-4D97-AF65-F5344CB8AC3E}">
        <p14:creationId xmlns:p14="http://schemas.microsoft.com/office/powerpoint/2010/main" val="28327723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2512" y="497934"/>
            <a:ext cx="10175638" cy="1268984"/>
          </a:xfrm>
        </p:spPr>
        <p:txBody>
          <a:bodyPr>
            <a:normAutofit/>
          </a:bodyPr>
          <a:lstStyle/>
          <a:p>
            <a:pPr algn="ctr"/>
            <a:r>
              <a:rPr lang="en-US" sz="3200" dirty="0">
                <a:latin typeface="Times New Roman" pitchFamily="18" charset="0"/>
                <a:cs typeface="Times New Roman" pitchFamily="18" charset="0"/>
              </a:rPr>
              <a:t>Long Term Scheduler</a:t>
            </a:r>
          </a:p>
        </p:txBody>
      </p:sp>
      <p:sp>
        <p:nvSpPr>
          <p:cNvPr id="3" name="Date Placeholder 2"/>
          <p:cNvSpPr>
            <a:spLocks noGrp="1"/>
          </p:cNvSpPr>
          <p:nvPr>
            <p:ph type="dt" sz="half" idx="10"/>
          </p:nvPr>
        </p:nvSpPr>
        <p:spPr/>
        <p:txBody>
          <a:bodyPr/>
          <a:lstStyle/>
          <a:p>
            <a:fld id="{D48A613C-5984-4F43-99E0-69C9F9E43F02}" type="datetime1">
              <a:rPr lang="en-US" smtClean="0"/>
              <a:t>2/24/2026</a:t>
            </a:fld>
            <a:endParaRPr lang="en-US" dirty="0"/>
          </a:p>
        </p:txBody>
      </p:sp>
      <p:sp>
        <p:nvSpPr>
          <p:cNvPr id="4" name="Slide Number Placeholder 3"/>
          <p:cNvSpPr>
            <a:spLocks noGrp="1"/>
          </p:cNvSpPr>
          <p:nvPr>
            <p:ph type="sldNum" sz="quarter" idx="12"/>
          </p:nvPr>
        </p:nvSpPr>
        <p:spPr/>
        <p:txBody>
          <a:bodyPr/>
          <a:lstStyle/>
          <a:p>
            <a:fld id="{49ABCAEC-7D34-E549-A96E-FCEDAADBE4B0}" type="slidenum">
              <a:rPr lang="en-US" smtClean="0"/>
              <a:t>15</a:t>
            </a:fld>
            <a:endParaRPr lang="en-US"/>
          </a:p>
        </p:txBody>
      </p:sp>
      <p:sp>
        <p:nvSpPr>
          <p:cNvPr id="7" name="Rectangle 6"/>
          <p:cNvSpPr/>
          <p:nvPr/>
        </p:nvSpPr>
        <p:spPr>
          <a:xfrm>
            <a:off x="600501" y="1409678"/>
            <a:ext cx="11232108" cy="5093702"/>
          </a:xfrm>
          <a:prstGeom prst="rect">
            <a:avLst/>
          </a:prstGeom>
        </p:spPr>
        <p:txBody>
          <a:bodyPr wrap="square">
            <a:spAutoFit/>
          </a:bodyPr>
          <a:lstStyle/>
          <a:p>
            <a:pPr marL="285750" indent="-285750" algn="just">
              <a:buFont typeface="Wingdings" pitchFamily="2" charset="2"/>
              <a:buChar char="Ø"/>
            </a:pPr>
            <a:r>
              <a:rPr lang="en-US" sz="2500" dirty="0">
                <a:latin typeface="Times New Roman" pitchFamily="18" charset="0"/>
                <a:cs typeface="Times New Roman" pitchFamily="18" charset="0"/>
              </a:rPr>
              <a:t>It is also called a </a:t>
            </a:r>
            <a:r>
              <a:rPr lang="en-US" sz="2500" b="1" dirty="0">
                <a:solidFill>
                  <a:srgbClr val="0070C0"/>
                </a:solidFill>
                <a:latin typeface="Times New Roman" pitchFamily="18" charset="0"/>
                <a:cs typeface="Times New Roman" pitchFamily="18" charset="0"/>
              </a:rPr>
              <a:t>job scheduler</a:t>
            </a:r>
          </a:p>
          <a:p>
            <a:pPr marL="285750" indent="-285750" algn="just">
              <a:buFont typeface="Wingdings" pitchFamily="2" charset="2"/>
              <a:buChar char="Ø"/>
            </a:pPr>
            <a:r>
              <a:rPr lang="en-US" sz="2500" dirty="0">
                <a:latin typeface="Times New Roman" pitchFamily="18" charset="0"/>
                <a:cs typeface="Times New Roman" pitchFamily="18" charset="0"/>
              </a:rPr>
              <a:t>A long-term scheduler determines </a:t>
            </a:r>
            <a:r>
              <a:rPr lang="en-US" sz="2500" dirty="0">
                <a:solidFill>
                  <a:srgbClr val="002060"/>
                </a:solidFill>
                <a:latin typeface="Times New Roman" pitchFamily="18" charset="0"/>
                <a:cs typeface="Times New Roman" pitchFamily="18" charset="0"/>
              </a:rPr>
              <a:t>which programs are admitted to the system for processing</a:t>
            </a:r>
          </a:p>
          <a:p>
            <a:pPr marL="285750" indent="-285750" algn="just">
              <a:buFont typeface="Wingdings" pitchFamily="2" charset="2"/>
              <a:buChar char="Ø"/>
            </a:pPr>
            <a:r>
              <a:rPr lang="en-US" sz="2500" dirty="0">
                <a:latin typeface="Times New Roman" pitchFamily="18" charset="0"/>
                <a:cs typeface="Times New Roman" pitchFamily="18" charset="0"/>
              </a:rPr>
              <a:t>It selects processes from the queue and loads them into memory for execution </a:t>
            </a:r>
          </a:p>
          <a:p>
            <a:pPr marL="285750" indent="-285750" algn="just">
              <a:buFont typeface="Wingdings" pitchFamily="2" charset="2"/>
              <a:buChar char="Ø"/>
            </a:pPr>
            <a:r>
              <a:rPr lang="en-US" sz="2500" dirty="0">
                <a:latin typeface="Times New Roman" pitchFamily="18" charset="0"/>
                <a:cs typeface="Times New Roman" pitchFamily="18" charset="0"/>
              </a:rPr>
              <a:t>Process loads into the memory for CPU scheduling. The primary objective of the job scheduler is to provide a balanced mix of jobs, such as I/O bound, and processor bound </a:t>
            </a:r>
          </a:p>
          <a:p>
            <a:pPr marL="285750" indent="-285750" algn="just">
              <a:buFont typeface="Wingdings" pitchFamily="2" charset="2"/>
              <a:buChar char="Ø"/>
            </a:pPr>
            <a:r>
              <a:rPr lang="en-US" sz="2500" dirty="0">
                <a:latin typeface="Times New Roman" pitchFamily="18" charset="0"/>
                <a:cs typeface="Times New Roman" pitchFamily="18" charset="0"/>
              </a:rPr>
              <a:t>It also controls the degree of multiprogramming</a:t>
            </a:r>
          </a:p>
          <a:p>
            <a:pPr marL="285750" indent="-285750" algn="just">
              <a:buFont typeface="Wingdings" pitchFamily="2" charset="2"/>
              <a:buChar char="Ø"/>
            </a:pPr>
            <a:r>
              <a:rPr lang="en-US" sz="2500" dirty="0">
                <a:latin typeface="Times New Roman" pitchFamily="18" charset="0"/>
                <a:cs typeface="Times New Roman" pitchFamily="18" charset="0"/>
              </a:rPr>
              <a:t>If the degree of multiprogramming is stable, then the average rate of process creation must be equal to the average departure rate of processes leaving the system</a:t>
            </a:r>
          </a:p>
          <a:p>
            <a:pPr marL="285750" indent="-285750" algn="just">
              <a:buFont typeface="Wingdings" pitchFamily="2" charset="2"/>
              <a:buChar char="Ø"/>
            </a:pPr>
            <a:r>
              <a:rPr lang="en-US" sz="2500" dirty="0">
                <a:latin typeface="Times New Roman" pitchFamily="18" charset="0"/>
                <a:cs typeface="Times New Roman" pitchFamily="18" charset="0"/>
              </a:rPr>
              <a:t>On some systems, the long-term scheduler may not be available or minimal</a:t>
            </a:r>
          </a:p>
          <a:p>
            <a:pPr marL="285750" indent="-285750" algn="just">
              <a:buFont typeface="Wingdings" pitchFamily="2" charset="2"/>
              <a:buChar char="Ø"/>
            </a:pPr>
            <a:r>
              <a:rPr lang="en-US" sz="2500" dirty="0">
                <a:latin typeface="Times New Roman" pitchFamily="18" charset="0"/>
                <a:cs typeface="Times New Roman" pitchFamily="18" charset="0"/>
              </a:rPr>
              <a:t>Time-sharing operating systems have no long-term scheduler. When a process changes the state from new to ready, then there is use of long-term scheduler</a:t>
            </a:r>
          </a:p>
        </p:txBody>
      </p:sp>
      <p:pic>
        <p:nvPicPr>
          <p:cNvPr id="8" name="Picture 7" descr="A picture containing text, clipart&#10;&#10;Description automatically generated">
            <a:extLst>
              <a:ext uri="{FF2B5EF4-FFF2-40B4-BE49-F238E27FC236}">
                <a16:creationId xmlns:a16="http://schemas.microsoft.com/office/drawing/2014/main" id="{327E2929-382A-44D5-A008-9F121CB38725}"/>
              </a:ext>
            </a:extLst>
          </p:cNvPr>
          <p:cNvPicPr>
            <a:picLocks noChangeAspect="1"/>
          </p:cNvPicPr>
          <p:nvPr/>
        </p:nvPicPr>
        <p:blipFill>
          <a:blip r:embed="rId2"/>
          <a:stretch>
            <a:fillRect/>
          </a:stretch>
        </p:blipFill>
        <p:spPr>
          <a:xfrm>
            <a:off x="10971565" y="-17293"/>
            <a:ext cx="1273018" cy="1248669"/>
          </a:xfrm>
          <a:prstGeom prst="rect">
            <a:avLst/>
          </a:prstGeom>
        </p:spPr>
      </p:pic>
    </p:spTree>
    <p:extLst>
      <p:ext uri="{BB962C8B-B14F-4D97-AF65-F5344CB8AC3E}">
        <p14:creationId xmlns:p14="http://schemas.microsoft.com/office/powerpoint/2010/main" val="1745834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2512" y="497934"/>
            <a:ext cx="10175638" cy="1268984"/>
          </a:xfrm>
        </p:spPr>
        <p:txBody>
          <a:bodyPr>
            <a:normAutofit/>
          </a:bodyPr>
          <a:lstStyle/>
          <a:p>
            <a:pPr algn="ctr"/>
            <a:r>
              <a:rPr lang="en-US" sz="3200" dirty="0">
                <a:latin typeface="Times New Roman" pitchFamily="18" charset="0"/>
                <a:cs typeface="Times New Roman" pitchFamily="18" charset="0"/>
              </a:rPr>
              <a:t>Long Term Scheduler (Cont..)</a:t>
            </a:r>
          </a:p>
        </p:txBody>
      </p:sp>
      <p:sp>
        <p:nvSpPr>
          <p:cNvPr id="3" name="Date Placeholder 2"/>
          <p:cNvSpPr>
            <a:spLocks noGrp="1"/>
          </p:cNvSpPr>
          <p:nvPr>
            <p:ph type="dt" sz="half" idx="10"/>
          </p:nvPr>
        </p:nvSpPr>
        <p:spPr/>
        <p:txBody>
          <a:bodyPr/>
          <a:lstStyle/>
          <a:p>
            <a:fld id="{D48A613C-5984-4F43-99E0-69C9F9E43F02}" type="datetime1">
              <a:rPr lang="en-US" smtClean="0"/>
              <a:t>2/24/2026</a:t>
            </a:fld>
            <a:endParaRPr lang="en-US" dirty="0"/>
          </a:p>
        </p:txBody>
      </p:sp>
      <p:sp>
        <p:nvSpPr>
          <p:cNvPr id="4" name="Slide Number Placeholder 3"/>
          <p:cNvSpPr>
            <a:spLocks noGrp="1"/>
          </p:cNvSpPr>
          <p:nvPr>
            <p:ph type="sldNum" sz="quarter" idx="12"/>
          </p:nvPr>
        </p:nvSpPr>
        <p:spPr/>
        <p:txBody>
          <a:bodyPr/>
          <a:lstStyle/>
          <a:p>
            <a:fld id="{49ABCAEC-7D34-E549-A96E-FCEDAADBE4B0}" type="slidenum">
              <a:rPr lang="en-US" smtClean="0"/>
              <a:t>16</a:t>
            </a:fld>
            <a:endParaRPr lang="en-US"/>
          </a:p>
        </p:txBody>
      </p:sp>
      <p:sp>
        <p:nvSpPr>
          <p:cNvPr id="7" name="Rectangle 6"/>
          <p:cNvSpPr/>
          <p:nvPr/>
        </p:nvSpPr>
        <p:spPr>
          <a:xfrm>
            <a:off x="600501" y="1469114"/>
            <a:ext cx="11232108" cy="3416320"/>
          </a:xfrm>
          <a:prstGeom prst="rect">
            <a:avLst/>
          </a:prstGeom>
        </p:spPr>
        <p:txBody>
          <a:bodyPr wrap="square">
            <a:spAutoFit/>
          </a:bodyPr>
          <a:lstStyle/>
          <a:p>
            <a:r>
              <a:rPr lang="en-US" altLang="en-US" sz="2400" b="1" dirty="0">
                <a:solidFill>
                  <a:srgbClr val="3366FF"/>
                </a:solidFill>
                <a:latin typeface="Times New Roman" pitchFamily="18" charset="0"/>
                <a:cs typeface="Times New Roman" pitchFamily="18" charset="0"/>
              </a:rPr>
              <a:t>Long-term scheduler  </a:t>
            </a:r>
            <a:r>
              <a:rPr lang="en-US" altLang="en-US" sz="2400" dirty="0">
                <a:latin typeface="Times New Roman" pitchFamily="18" charset="0"/>
                <a:cs typeface="Times New Roman" pitchFamily="18" charset="0"/>
              </a:rPr>
              <a:t>(or </a:t>
            </a:r>
            <a:r>
              <a:rPr lang="en-US" altLang="en-US" sz="2400" b="1" dirty="0">
                <a:solidFill>
                  <a:srgbClr val="3366FF"/>
                </a:solidFill>
                <a:latin typeface="Times New Roman" pitchFamily="18" charset="0"/>
                <a:cs typeface="Times New Roman" pitchFamily="18" charset="0"/>
              </a:rPr>
              <a:t>job scheduler</a:t>
            </a:r>
            <a:r>
              <a:rPr lang="en-US" altLang="en-US" sz="2400" dirty="0">
                <a:latin typeface="Times New Roman" pitchFamily="18" charset="0"/>
                <a:cs typeface="Times New Roman" pitchFamily="18" charset="0"/>
              </a:rPr>
              <a:t>) – selects which processes should be brought into the ready queue</a:t>
            </a:r>
          </a:p>
          <a:p>
            <a:pPr lvl="1"/>
            <a:r>
              <a:rPr lang="en-US" altLang="en-US" sz="2400" dirty="0">
                <a:latin typeface="Times New Roman" pitchFamily="18" charset="0"/>
                <a:cs typeface="Times New Roman" pitchFamily="18" charset="0"/>
                <a:sym typeface="Symbol" pitchFamily="18" charset="2"/>
              </a:rPr>
              <a:t>Long-term scheduler is invoked  infrequently (seconds, minutes)  (may be slow)</a:t>
            </a:r>
          </a:p>
          <a:p>
            <a:pPr lvl="1"/>
            <a:r>
              <a:rPr lang="en-US" altLang="en-US" sz="2400" dirty="0">
                <a:latin typeface="Times New Roman" pitchFamily="18" charset="0"/>
                <a:cs typeface="Times New Roman" pitchFamily="18" charset="0"/>
                <a:sym typeface="Symbol" pitchFamily="18" charset="2"/>
              </a:rPr>
              <a:t>The long-term scheduler controls the </a:t>
            </a:r>
            <a:r>
              <a:rPr lang="en-US" altLang="en-US" sz="2400" b="1" dirty="0">
                <a:solidFill>
                  <a:srgbClr val="3366FF"/>
                </a:solidFill>
                <a:latin typeface="Times New Roman" pitchFamily="18" charset="0"/>
                <a:cs typeface="Times New Roman" pitchFamily="18" charset="0"/>
                <a:sym typeface="Symbol" pitchFamily="18" charset="2"/>
              </a:rPr>
              <a:t>degree of multiprogramming</a:t>
            </a:r>
            <a:endParaRPr lang="en-US" altLang="en-US" sz="2400" i="1" dirty="0">
              <a:latin typeface="Times New Roman" pitchFamily="18" charset="0"/>
              <a:cs typeface="Times New Roman" pitchFamily="18" charset="0"/>
              <a:sym typeface="Symbol" pitchFamily="18" charset="2"/>
            </a:endParaRPr>
          </a:p>
          <a:p>
            <a:r>
              <a:rPr lang="en-US" altLang="en-US" sz="2400" dirty="0">
                <a:latin typeface="Times New Roman" pitchFamily="18" charset="0"/>
                <a:cs typeface="Times New Roman" pitchFamily="18" charset="0"/>
                <a:sym typeface="Symbol" pitchFamily="18" charset="2"/>
              </a:rPr>
              <a:t>Processes can be described as either:</a:t>
            </a:r>
          </a:p>
          <a:p>
            <a:pPr lvl="1"/>
            <a:r>
              <a:rPr lang="en-US" altLang="en-US" sz="2400" b="1" dirty="0">
                <a:solidFill>
                  <a:srgbClr val="3366FF"/>
                </a:solidFill>
                <a:latin typeface="Times New Roman" pitchFamily="18" charset="0"/>
                <a:cs typeface="Times New Roman" pitchFamily="18" charset="0"/>
                <a:sym typeface="Symbol" pitchFamily="18" charset="2"/>
              </a:rPr>
              <a:t>I/O-bound process</a:t>
            </a:r>
            <a:r>
              <a:rPr lang="en-US" altLang="en-US" sz="2400" dirty="0">
                <a:solidFill>
                  <a:srgbClr val="000000"/>
                </a:solidFill>
                <a:latin typeface="Times New Roman" pitchFamily="18" charset="0"/>
                <a:cs typeface="Times New Roman" pitchFamily="18" charset="0"/>
                <a:sym typeface="Symbol" pitchFamily="18" charset="2"/>
              </a:rPr>
              <a:t> </a:t>
            </a:r>
            <a:r>
              <a:rPr lang="en-US" altLang="en-US" sz="2400" dirty="0">
                <a:latin typeface="Times New Roman" pitchFamily="18" charset="0"/>
                <a:cs typeface="Times New Roman" pitchFamily="18" charset="0"/>
                <a:sym typeface="Symbol" pitchFamily="18" charset="2"/>
              </a:rPr>
              <a:t>– spends more time doing I/O than computations, many short CPU bursts</a:t>
            </a:r>
          </a:p>
          <a:p>
            <a:pPr lvl="1"/>
            <a:r>
              <a:rPr lang="en-US" altLang="en-US" sz="2400" b="1" dirty="0">
                <a:solidFill>
                  <a:srgbClr val="3366FF"/>
                </a:solidFill>
                <a:latin typeface="Times New Roman" pitchFamily="18" charset="0"/>
                <a:cs typeface="Times New Roman" pitchFamily="18" charset="0"/>
                <a:sym typeface="Symbol" pitchFamily="18" charset="2"/>
              </a:rPr>
              <a:t>CPU-bound process </a:t>
            </a:r>
            <a:r>
              <a:rPr lang="en-US" altLang="en-US" sz="2400" dirty="0">
                <a:latin typeface="Times New Roman" pitchFamily="18" charset="0"/>
                <a:cs typeface="Times New Roman" pitchFamily="18" charset="0"/>
                <a:sym typeface="Symbol" pitchFamily="18" charset="2"/>
              </a:rPr>
              <a:t>– spends more time doing computations; few very long CPU bursts</a:t>
            </a:r>
          </a:p>
        </p:txBody>
      </p:sp>
      <p:pic>
        <p:nvPicPr>
          <p:cNvPr id="6" name="Picture 5" descr="A picture containing text, clipart&#10;&#10;Description automatically generated">
            <a:extLst>
              <a:ext uri="{FF2B5EF4-FFF2-40B4-BE49-F238E27FC236}">
                <a16:creationId xmlns:a16="http://schemas.microsoft.com/office/drawing/2014/main" id="{327E2929-382A-44D5-A008-9F121CB38725}"/>
              </a:ext>
            </a:extLst>
          </p:cNvPr>
          <p:cNvPicPr>
            <a:picLocks noChangeAspect="1"/>
          </p:cNvPicPr>
          <p:nvPr/>
        </p:nvPicPr>
        <p:blipFill>
          <a:blip r:embed="rId2"/>
          <a:stretch>
            <a:fillRect/>
          </a:stretch>
        </p:blipFill>
        <p:spPr>
          <a:xfrm>
            <a:off x="10971565" y="-17293"/>
            <a:ext cx="1273018" cy="1248669"/>
          </a:xfrm>
          <a:prstGeom prst="rect">
            <a:avLst/>
          </a:prstGeom>
        </p:spPr>
      </p:pic>
    </p:spTree>
    <p:extLst>
      <p:ext uri="{BB962C8B-B14F-4D97-AF65-F5344CB8AC3E}">
        <p14:creationId xmlns:p14="http://schemas.microsoft.com/office/powerpoint/2010/main" val="12392070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94044" y="470639"/>
            <a:ext cx="7335835" cy="1268984"/>
          </a:xfrm>
        </p:spPr>
        <p:txBody>
          <a:bodyPr>
            <a:normAutofit/>
          </a:bodyPr>
          <a:lstStyle/>
          <a:p>
            <a:pPr algn="ctr"/>
            <a:r>
              <a:rPr lang="en-US" sz="3200" dirty="0">
                <a:latin typeface="Times New Roman" pitchFamily="18" charset="0"/>
                <a:cs typeface="Times New Roman" pitchFamily="18" charset="0"/>
              </a:rPr>
              <a:t>Short Term Scheduler</a:t>
            </a:r>
          </a:p>
        </p:txBody>
      </p:sp>
      <p:sp>
        <p:nvSpPr>
          <p:cNvPr id="3" name="Date Placeholder 2"/>
          <p:cNvSpPr>
            <a:spLocks noGrp="1"/>
          </p:cNvSpPr>
          <p:nvPr>
            <p:ph type="dt" sz="half" idx="10"/>
          </p:nvPr>
        </p:nvSpPr>
        <p:spPr/>
        <p:txBody>
          <a:bodyPr/>
          <a:lstStyle/>
          <a:p>
            <a:fld id="{D48A613C-5984-4F43-99E0-69C9F9E43F02}" type="datetime1">
              <a:rPr lang="en-US" smtClean="0"/>
              <a:t>2/24/2026</a:t>
            </a:fld>
            <a:endParaRPr lang="en-US" dirty="0"/>
          </a:p>
        </p:txBody>
      </p:sp>
      <p:sp>
        <p:nvSpPr>
          <p:cNvPr id="4" name="Slide Number Placeholder 3"/>
          <p:cNvSpPr>
            <a:spLocks noGrp="1"/>
          </p:cNvSpPr>
          <p:nvPr>
            <p:ph type="sldNum" sz="quarter" idx="12"/>
          </p:nvPr>
        </p:nvSpPr>
        <p:spPr/>
        <p:txBody>
          <a:bodyPr/>
          <a:lstStyle/>
          <a:p>
            <a:fld id="{49ABCAEC-7D34-E549-A96E-FCEDAADBE4B0}" type="slidenum">
              <a:rPr lang="en-US" smtClean="0"/>
              <a:t>17</a:t>
            </a:fld>
            <a:endParaRPr lang="en-US"/>
          </a:p>
        </p:txBody>
      </p:sp>
      <p:sp>
        <p:nvSpPr>
          <p:cNvPr id="5" name="Rectangle 4"/>
          <p:cNvSpPr/>
          <p:nvPr/>
        </p:nvSpPr>
        <p:spPr>
          <a:xfrm>
            <a:off x="614147" y="1477540"/>
            <a:ext cx="11095631" cy="3970318"/>
          </a:xfrm>
          <a:prstGeom prst="rect">
            <a:avLst/>
          </a:prstGeom>
        </p:spPr>
        <p:txBody>
          <a:bodyPr wrap="square">
            <a:spAutoFit/>
          </a:bodyPr>
          <a:lstStyle/>
          <a:p>
            <a:pPr marL="342900" indent="-342900" algn="just">
              <a:buFont typeface="Wingdings" pitchFamily="2" charset="2"/>
              <a:buChar char="Ø"/>
            </a:pPr>
            <a:r>
              <a:rPr lang="en-US" sz="2800" dirty="0">
                <a:latin typeface="Times New Roman" pitchFamily="18" charset="0"/>
                <a:cs typeface="Times New Roman" pitchFamily="18" charset="0"/>
              </a:rPr>
              <a:t>It is also called as </a:t>
            </a:r>
            <a:r>
              <a:rPr lang="en-US" sz="2800" b="1" dirty="0">
                <a:solidFill>
                  <a:srgbClr val="002060"/>
                </a:solidFill>
                <a:latin typeface="Times New Roman" pitchFamily="18" charset="0"/>
                <a:cs typeface="Times New Roman" pitchFamily="18" charset="0"/>
              </a:rPr>
              <a:t>CPU scheduler</a:t>
            </a:r>
          </a:p>
          <a:p>
            <a:pPr marL="342900" indent="-342900" algn="just">
              <a:buFont typeface="Wingdings" pitchFamily="2" charset="2"/>
              <a:buChar char="Ø"/>
            </a:pPr>
            <a:r>
              <a:rPr lang="en-US" sz="2800" dirty="0">
                <a:latin typeface="Times New Roman" pitchFamily="18" charset="0"/>
                <a:cs typeface="Times New Roman" pitchFamily="18" charset="0"/>
              </a:rPr>
              <a:t>Its main objective is to increase system performance in accordance with the chosen set of criteria</a:t>
            </a:r>
          </a:p>
          <a:p>
            <a:pPr marL="342900" indent="-342900" algn="just">
              <a:buFont typeface="Wingdings" pitchFamily="2" charset="2"/>
              <a:buChar char="Ø"/>
            </a:pPr>
            <a:r>
              <a:rPr lang="en-US" sz="2800" dirty="0">
                <a:latin typeface="Times New Roman" pitchFamily="18" charset="0"/>
                <a:cs typeface="Times New Roman" pitchFamily="18" charset="0"/>
              </a:rPr>
              <a:t>It is the change of ready state to running state of the process</a:t>
            </a:r>
          </a:p>
          <a:p>
            <a:pPr marL="342900" indent="-342900" algn="just">
              <a:buFont typeface="Wingdings" pitchFamily="2" charset="2"/>
              <a:buChar char="Ø"/>
            </a:pPr>
            <a:r>
              <a:rPr lang="en-US" sz="2800" dirty="0">
                <a:latin typeface="Times New Roman" pitchFamily="18" charset="0"/>
                <a:cs typeface="Times New Roman" pitchFamily="18" charset="0"/>
              </a:rPr>
              <a:t>CPU scheduler selects a process among the processes that are ready to execute and allocates CPU to one of them</a:t>
            </a:r>
          </a:p>
          <a:p>
            <a:pPr marL="342900" indent="-342900" algn="just">
              <a:buFont typeface="Wingdings" pitchFamily="2" charset="2"/>
              <a:buChar char="Ø"/>
            </a:pPr>
            <a:r>
              <a:rPr lang="en-US" sz="2800" dirty="0">
                <a:latin typeface="Times New Roman" pitchFamily="18" charset="0"/>
                <a:cs typeface="Times New Roman" pitchFamily="18" charset="0"/>
              </a:rPr>
              <a:t>Short-term schedulers, also known as dispatchers, make the decision of which process to execute next</a:t>
            </a:r>
          </a:p>
          <a:p>
            <a:pPr marL="342900" indent="-342900" algn="just">
              <a:buFont typeface="Wingdings" pitchFamily="2" charset="2"/>
              <a:buChar char="Ø"/>
            </a:pPr>
            <a:r>
              <a:rPr lang="en-US" sz="2800" dirty="0">
                <a:latin typeface="Times New Roman" pitchFamily="18" charset="0"/>
                <a:cs typeface="Times New Roman" pitchFamily="18" charset="0"/>
              </a:rPr>
              <a:t>Short-term schedulers are faster than long-term schedulers</a:t>
            </a:r>
          </a:p>
        </p:txBody>
      </p:sp>
      <p:pic>
        <p:nvPicPr>
          <p:cNvPr id="6" name="Picture 5" descr="A picture containing text, clipart&#10;&#10;Description automatically generated">
            <a:extLst>
              <a:ext uri="{FF2B5EF4-FFF2-40B4-BE49-F238E27FC236}">
                <a16:creationId xmlns:a16="http://schemas.microsoft.com/office/drawing/2014/main" id="{327E2929-382A-44D5-A008-9F121CB38725}"/>
              </a:ext>
            </a:extLst>
          </p:cNvPr>
          <p:cNvPicPr>
            <a:picLocks noChangeAspect="1"/>
          </p:cNvPicPr>
          <p:nvPr/>
        </p:nvPicPr>
        <p:blipFill>
          <a:blip r:embed="rId2"/>
          <a:stretch>
            <a:fillRect/>
          </a:stretch>
        </p:blipFill>
        <p:spPr>
          <a:xfrm>
            <a:off x="10971565" y="-17293"/>
            <a:ext cx="1273018" cy="1248669"/>
          </a:xfrm>
          <a:prstGeom prst="rect">
            <a:avLst/>
          </a:prstGeom>
        </p:spPr>
      </p:pic>
    </p:spTree>
    <p:extLst>
      <p:ext uri="{BB962C8B-B14F-4D97-AF65-F5344CB8AC3E}">
        <p14:creationId xmlns:p14="http://schemas.microsoft.com/office/powerpoint/2010/main" val="37379667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94044" y="470639"/>
            <a:ext cx="7335835" cy="1268984"/>
          </a:xfrm>
        </p:spPr>
        <p:txBody>
          <a:bodyPr>
            <a:normAutofit/>
          </a:bodyPr>
          <a:lstStyle/>
          <a:p>
            <a:pPr algn="ctr"/>
            <a:r>
              <a:rPr lang="en-US" sz="3200" dirty="0">
                <a:latin typeface="Times New Roman" pitchFamily="18" charset="0"/>
                <a:cs typeface="Times New Roman" pitchFamily="18" charset="0"/>
              </a:rPr>
              <a:t>Short Term Scheduler (Cont..)</a:t>
            </a:r>
          </a:p>
        </p:txBody>
      </p:sp>
      <p:sp>
        <p:nvSpPr>
          <p:cNvPr id="3" name="Date Placeholder 2"/>
          <p:cNvSpPr>
            <a:spLocks noGrp="1"/>
          </p:cNvSpPr>
          <p:nvPr>
            <p:ph type="dt" sz="half" idx="10"/>
          </p:nvPr>
        </p:nvSpPr>
        <p:spPr/>
        <p:txBody>
          <a:bodyPr/>
          <a:lstStyle/>
          <a:p>
            <a:fld id="{D48A613C-5984-4F43-99E0-69C9F9E43F02}" type="datetime1">
              <a:rPr lang="en-US" smtClean="0"/>
              <a:t>2/24/2026</a:t>
            </a:fld>
            <a:endParaRPr lang="en-US" dirty="0"/>
          </a:p>
        </p:txBody>
      </p:sp>
      <p:sp>
        <p:nvSpPr>
          <p:cNvPr id="4" name="Slide Number Placeholder 3"/>
          <p:cNvSpPr>
            <a:spLocks noGrp="1"/>
          </p:cNvSpPr>
          <p:nvPr>
            <p:ph type="sldNum" sz="quarter" idx="12"/>
          </p:nvPr>
        </p:nvSpPr>
        <p:spPr/>
        <p:txBody>
          <a:bodyPr/>
          <a:lstStyle/>
          <a:p>
            <a:fld id="{49ABCAEC-7D34-E549-A96E-FCEDAADBE4B0}" type="slidenum">
              <a:rPr lang="en-US" smtClean="0"/>
              <a:t>18</a:t>
            </a:fld>
            <a:endParaRPr lang="en-US"/>
          </a:p>
        </p:txBody>
      </p:sp>
      <p:sp>
        <p:nvSpPr>
          <p:cNvPr id="6" name="Rectangle 5"/>
          <p:cNvSpPr/>
          <p:nvPr/>
        </p:nvSpPr>
        <p:spPr>
          <a:xfrm>
            <a:off x="545910" y="1498039"/>
            <a:ext cx="10727141" cy="2246769"/>
          </a:xfrm>
          <a:prstGeom prst="rect">
            <a:avLst/>
          </a:prstGeom>
        </p:spPr>
        <p:txBody>
          <a:bodyPr wrap="square">
            <a:spAutoFit/>
          </a:bodyPr>
          <a:lstStyle/>
          <a:p>
            <a:r>
              <a:rPr lang="en-US" altLang="en-US" sz="2800" b="1" dirty="0">
                <a:solidFill>
                  <a:srgbClr val="3366FF"/>
                </a:solidFill>
                <a:latin typeface="Times New Roman" pitchFamily="18" charset="0"/>
                <a:cs typeface="Times New Roman" pitchFamily="18" charset="0"/>
              </a:rPr>
              <a:t>Short-term scheduler  </a:t>
            </a:r>
            <a:r>
              <a:rPr lang="en-US" altLang="en-US" sz="2800" dirty="0">
                <a:latin typeface="Times New Roman" pitchFamily="18" charset="0"/>
                <a:cs typeface="Times New Roman" pitchFamily="18" charset="0"/>
              </a:rPr>
              <a:t>(or </a:t>
            </a:r>
            <a:r>
              <a:rPr lang="en-US" altLang="en-US" sz="2800" b="1" dirty="0">
                <a:solidFill>
                  <a:srgbClr val="3366FF"/>
                </a:solidFill>
                <a:latin typeface="Times New Roman" pitchFamily="18" charset="0"/>
                <a:cs typeface="Times New Roman" pitchFamily="18" charset="0"/>
              </a:rPr>
              <a:t>CPU scheduler</a:t>
            </a:r>
            <a:r>
              <a:rPr lang="en-US" altLang="en-US" sz="2800" dirty="0">
                <a:latin typeface="Times New Roman" pitchFamily="18" charset="0"/>
                <a:cs typeface="Times New Roman" pitchFamily="18" charset="0"/>
              </a:rPr>
              <a:t>) – selects which process should be executed next and allocates CPU</a:t>
            </a:r>
          </a:p>
          <a:p>
            <a:r>
              <a:rPr lang="en-US" altLang="en-US" sz="2800" dirty="0">
                <a:latin typeface="Times New Roman" pitchFamily="18" charset="0"/>
                <a:cs typeface="Times New Roman" pitchFamily="18" charset="0"/>
              </a:rPr>
              <a:t>Sometimes the only scheduler in a system</a:t>
            </a:r>
          </a:p>
          <a:p>
            <a:pPr lvl="1"/>
            <a:r>
              <a:rPr lang="en-US" altLang="en-US" sz="2800" dirty="0">
                <a:latin typeface="Times New Roman" pitchFamily="18" charset="0"/>
                <a:cs typeface="Times New Roman" pitchFamily="18" charset="0"/>
              </a:rPr>
              <a:t>Short-term scheduler is invoked frequently (milliseconds) </a:t>
            </a:r>
            <a:r>
              <a:rPr lang="en-US" altLang="en-US" sz="2800" dirty="0">
                <a:latin typeface="Times New Roman" pitchFamily="18" charset="0"/>
                <a:cs typeface="Times New Roman" pitchFamily="18" charset="0"/>
                <a:sym typeface="Symbol" pitchFamily="18" charset="2"/>
              </a:rPr>
              <a:t> (must be fast)</a:t>
            </a:r>
          </a:p>
        </p:txBody>
      </p:sp>
      <p:pic>
        <p:nvPicPr>
          <p:cNvPr id="7" name="Picture 6" descr="A picture containing text, clipart&#10;&#10;Description automatically generated">
            <a:extLst>
              <a:ext uri="{FF2B5EF4-FFF2-40B4-BE49-F238E27FC236}">
                <a16:creationId xmlns:a16="http://schemas.microsoft.com/office/drawing/2014/main" id="{327E2929-382A-44D5-A008-9F121CB38725}"/>
              </a:ext>
            </a:extLst>
          </p:cNvPr>
          <p:cNvPicPr>
            <a:picLocks noChangeAspect="1"/>
          </p:cNvPicPr>
          <p:nvPr/>
        </p:nvPicPr>
        <p:blipFill>
          <a:blip r:embed="rId2"/>
          <a:stretch>
            <a:fillRect/>
          </a:stretch>
        </p:blipFill>
        <p:spPr>
          <a:xfrm>
            <a:off x="10971565" y="-17293"/>
            <a:ext cx="1273018" cy="1248669"/>
          </a:xfrm>
          <a:prstGeom prst="rect">
            <a:avLst/>
          </a:prstGeom>
        </p:spPr>
      </p:pic>
    </p:spTree>
    <p:extLst>
      <p:ext uri="{BB962C8B-B14F-4D97-AF65-F5344CB8AC3E}">
        <p14:creationId xmlns:p14="http://schemas.microsoft.com/office/powerpoint/2010/main" val="29020810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3639" y="497935"/>
            <a:ext cx="11130981" cy="1268984"/>
          </a:xfrm>
        </p:spPr>
        <p:txBody>
          <a:bodyPr>
            <a:normAutofit/>
          </a:bodyPr>
          <a:lstStyle/>
          <a:p>
            <a:pPr algn="ctr"/>
            <a:r>
              <a:rPr lang="en-US" sz="3200" dirty="0">
                <a:latin typeface="Times New Roman" pitchFamily="18" charset="0"/>
                <a:cs typeface="Times New Roman" pitchFamily="18" charset="0"/>
              </a:rPr>
              <a:t>Medium Term Scheduler</a:t>
            </a:r>
          </a:p>
        </p:txBody>
      </p:sp>
      <p:sp>
        <p:nvSpPr>
          <p:cNvPr id="3" name="Date Placeholder 2"/>
          <p:cNvSpPr>
            <a:spLocks noGrp="1"/>
          </p:cNvSpPr>
          <p:nvPr>
            <p:ph type="dt" sz="half" idx="10"/>
          </p:nvPr>
        </p:nvSpPr>
        <p:spPr/>
        <p:txBody>
          <a:bodyPr/>
          <a:lstStyle/>
          <a:p>
            <a:fld id="{D48A613C-5984-4F43-99E0-69C9F9E43F02}" type="datetime1">
              <a:rPr lang="en-US" smtClean="0"/>
              <a:t>2/24/2026</a:t>
            </a:fld>
            <a:endParaRPr lang="en-US" dirty="0"/>
          </a:p>
        </p:txBody>
      </p:sp>
      <p:sp>
        <p:nvSpPr>
          <p:cNvPr id="4" name="Slide Number Placeholder 3"/>
          <p:cNvSpPr>
            <a:spLocks noGrp="1"/>
          </p:cNvSpPr>
          <p:nvPr>
            <p:ph type="sldNum" sz="quarter" idx="12"/>
          </p:nvPr>
        </p:nvSpPr>
        <p:spPr/>
        <p:txBody>
          <a:bodyPr/>
          <a:lstStyle/>
          <a:p>
            <a:fld id="{49ABCAEC-7D34-E549-A96E-FCEDAADBE4B0}" type="slidenum">
              <a:rPr lang="en-US" smtClean="0"/>
              <a:t>19</a:t>
            </a:fld>
            <a:endParaRPr lang="en-US"/>
          </a:p>
        </p:txBody>
      </p:sp>
      <p:sp>
        <p:nvSpPr>
          <p:cNvPr id="5" name="Rectangle 4"/>
          <p:cNvSpPr/>
          <p:nvPr/>
        </p:nvSpPr>
        <p:spPr>
          <a:xfrm>
            <a:off x="257299" y="995743"/>
            <a:ext cx="11823511" cy="5701561"/>
          </a:xfrm>
          <a:prstGeom prst="rect">
            <a:avLst/>
          </a:prstGeom>
        </p:spPr>
        <p:txBody>
          <a:bodyPr wrap="square">
            <a:spAutoFit/>
          </a:bodyPr>
          <a:lstStyle/>
          <a:p>
            <a:pPr marL="285750" indent="-285750" algn="just">
              <a:lnSpc>
                <a:spcPct val="150000"/>
              </a:lnSpc>
              <a:buFont typeface="Wingdings" pitchFamily="2" charset="2"/>
              <a:buChar char="Ø"/>
            </a:pPr>
            <a:r>
              <a:rPr lang="en-US" sz="2600" dirty="0">
                <a:latin typeface="Times New Roman" pitchFamily="18" charset="0"/>
                <a:cs typeface="Times New Roman" pitchFamily="18" charset="0"/>
              </a:rPr>
              <a:t>Medium-term scheduling is a part of swapping</a:t>
            </a:r>
          </a:p>
          <a:p>
            <a:pPr marL="285750" indent="-285750" algn="just">
              <a:lnSpc>
                <a:spcPct val="150000"/>
              </a:lnSpc>
              <a:buFont typeface="Wingdings" pitchFamily="2" charset="2"/>
              <a:buChar char="Ø"/>
            </a:pPr>
            <a:r>
              <a:rPr lang="en-US" sz="2600" dirty="0">
                <a:latin typeface="Times New Roman" pitchFamily="18" charset="0"/>
                <a:cs typeface="Times New Roman" pitchFamily="18" charset="0"/>
              </a:rPr>
              <a:t> It removes the processes from the memory</a:t>
            </a:r>
          </a:p>
          <a:p>
            <a:pPr marL="285750" indent="-285750" algn="just">
              <a:lnSpc>
                <a:spcPct val="150000"/>
              </a:lnSpc>
              <a:buFont typeface="Wingdings" pitchFamily="2" charset="2"/>
              <a:buChar char="Ø"/>
            </a:pPr>
            <a:r>
              <a:rPr lang="en-US" sz="2600" dirty="0">
                <a:latin typeface="Times New Roman" pitchFamily="18" charset="0"/>
                <a:cs typeface="Times New Roman" pitchFamily="18" charset="0"/>
              </a:rPr>
              <a:t> It reduces the degree of multiprogramming</a:t>
            </a:r>
          </a:p>
          <a:p>
            <a:pPr marL="285750" indent="-285750" algn="just">
              <a:lnSpc>
                <a:spcPct val="150000"/>
              </a:lnSpc>
              <a:buFont typeface="Wingdings" pitchFamily="2" charset="2"/>
              <a:buChar char="Ø"/>
            </a:pPr>
            <a:r>
              <a:rPr lang="en-US" sz="2600" dirty="0">
                <a:latin typeface="Times New Roman" pitchFamily="18" charset="0"/>
                <a:cs typeface="Times New Roman" pitchFamily="18" charset="0"/>
              </a:rPr>
              <a:t> The medium-term scheduler is in-charge of handling the swapped out-processes</a:t>
            </a:r>
          </a:p>
          <a:p>
            <a:pPr marL="285750" indent="-285750" algn="just">
              <a:lnSpc>
                <a:spcPct val="150000"/>
              </a:lnSpc>
              <a:buFont typeface="Wingdings" pitchFamily="2" charset="2"/>
              <a:buChar char="Ø"/>
            </a:pPr>
            <a:r>
              <a:rPr lang="en-US" sz="2600" dirty="0">
                <a:latin typeface="Times New Roman" pitchFamily="18" charset="0"/>
                <a:cs typeface="Times New Roman" pitchFamily="18" charset="0"/>
              </a:rPr>
              <a:t> A running process may become suspended if it makes an I/O request</a:t>
            </a:r>
          </a:p>
          <a:p>
            <a:pPr marL="285750" indent="-285750" algn="just">
              <a:lnSpc>
                <a:spcPct val="150000"/>
              </a:lnSpc>
              <a:buFont typeface="Wingdings" pitchFamily="2" charset="2"/>
              <a:buChar char="Ø"/>
            </a:pPr>
            <a:r>
              <a:rPr lang="en-US" sz="2600" dirty="0">
                <a:latin typeface="Times New Roman" pitchFamily="18" charset="0"/>
                <a:cs typeface="Times New Roman" pitchFamily="18" charset="0"/>
              </a:rPr>
              <a:t> A suspended processes cannot make any progress towards completion </a:t>
            </a:r>
          </a:p>
          <a:p>
            <a:pPr marL="285750" indent="-285750" algn="just">
              <a:buFont typeface="Wingdings" pitchFamily="2" charset="2"/>
              <a:buChar char="Ø"/>
            </a:pPr>
            <a:r>
              <a:rPr lang="en-US" sz="2600" dirty="0">
                <a:latin typeface="Times New Roman" pitchFamily="18" charset="0"/>
                <a:cs typeface="Times New Roman" pitchFamily="18" charset="0"/>
              </a:rPr>
              <a:t>In this condition, to remove the process from memory and make space for other processes, the suspended process is moved to the secondary storage. This process is called swapping, and the process is said to be swapped out or rolled out</a:t>
            </a:r>
          </a:p>
          <a:p>
            <a:pPr marL="285750" indent="-285750" algn="just">
              <a:lnSpc>
                <a:spcPct val="150000"/>
              </a:lnSpc>
              <a:buFont typeface="Wingdings" pitchFamily="2" charset="2"/>
              <a:buChar char="Ø"/>
            </a:pPr>
            <a:r>
              <a:rPr lang="en-US" sz="2600" dirty="0">
                <a:latin typeface="Times New Roman" pitchFamily="18" charset="0"/>
                <a:cs typeface="Times New Roman" pitchFamily="18" charset="0"/>
              </a:rPr>
              <a:t>Swapping may be necessary to improve the process mix</a:t>
            </a:r>
          </a:p>
        </p:txBody>
      </p:sp>
      <p:pic>
        <p:nvPicPr>
          <p:cNvPr id="6" name="Picture 5" descr="A picture containing text, clipart&#10;&#10;Description automatically generated">
            <a:extLst>
              <a:ext uri="{FF2B5EF4-FFF2-40B4-BE49-F238E27FC236}">
                <a16:creationId xmlns:a16="http://schemas.microsoft.com/office/drawing/2014/main" id="{327E2929-382A-44D5-A008-9F121CB38725}"/>
              </a:ext>
            </a:extLst>
          </p:cNvPr>
          <p:cNvPicPr>
            <a:picLocks noChangeAspect="1"/>
          </p:cNvPicPr>
          <p:nvPr/>
        </p:nvPicPr>
        <p:blipFill>
          <a:blip r:embed="rId2"/>
          <a:stretch>
            <a:fillRect/>
          </a:stretch>
        </p:blipFill>
        <p:spPr>
          <a:xfrm>
            <a:off x="10971565" y="-17293"/>
            <a:ext cx="1273018" cy="1248669"/>
          </a:xfrm>
          <a:prstGeom prst="rect">
            <a:avLst/>
          </a:prstGeom>
        </p:spPr>
      </p:pic>
    </p:spTree>
    <p:extLst>
      <p:ext uri="{BB962C8B-B14F-4D97-AF65-F5344CB8AC3E}">
        <p14:creationId xmlns:p14="http://schemas.microsoft.com/office/powerpoint/2010/main" val="7822095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10639662" cy="1268984"/>
          </a:xfrm>
        </p:spPr>
        <p:txBody>
          <a:bodyPr>
            <a:normAutofit/>
          </a:bodyPr>
          <a:lstStyle/>
          <a:p>
            <a:pPr algn="ctr"/>
            <a:r>
              <a:rPr kumimoji="1" lang="en-US" altLang="en-US" sz="3200" dirty="0">
                <a:latin typeface="Times New Roman" pitchFamily="18" charset="0"/>
                <a:cs typeface="Times New Roman" pitchFamily="18" charset="0"/>
              </a:rPr>
              <a:t>Medium-term scheduler (Cont..)</a:t>
            </a:r>
            <a:endParaRPr lang="en-US" sz="3200" dirty="0"/>
          </a:p>
        </p:txBody>
      </p:sp>
      <p:sp>
        <p:nvSpPr>
          <p:cNvPr id="3" name="Date Placeholder 2"/>
          <p:cNvSpPr>
            <a:spLocks noGrp="1"/>
          </p:cNvSpPr>
          <p:nvPr>
            <p:ph type="dt" sz="half" idx="10"/>
          </p:nvPr>
        </p:nvSpPr>
        <p:spPr/>
        <p:txBody>
          <a:bodyPr/>
          <a:lstStyle/>
          <a:p>
            <a:fld id="{D48A613C-5984-4F43-99E0-69C9F9E43F02}" type="datetime1">
              <a:rPr lang="en-US" smtClean="0"/>
              <a:t>2/24/2026</a:t>
            </a:fld>
            <a:endParaRPr lang="en-US" dirty="0"/>
          </a:p>
        </p:txBody>
      </p:sp>
      <p:sp>
        <p:nvSpPr>
          <p:cNvPr id="4" name="Slide Number Placeholder 3"/>
          <p:cNvSpPr>
            <a:spLocks noGrp="1"/>
          </p:cNvSpPr>
          <p:nvPr>
            <p:ph type="sldNum" sz="quarter" idx="12"/>
          </p:nvPr>
        </p:nvSpPr>
        <p:spPr/>
        <p:txBody>
          <a:bodyPr/>
          <a:lstStyle/>
          <a:p>
            <a:fld id="{49ABCAEC-7D34-E549-A96E-FCEDAADBE4B0}" type="slidenum">
              <a:rPr lang="en-US" smtClean="0"/>
              <a:t>20</a:t>
            </a:fld>
            <a:endParaRPr lang="en-US"/>
          </a:p>
        </p:txBody>
      </p:sp>
      <p:pic>
        <p:nvPicPr>
          <p:cNvPr id="5"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6650" y="3575713"/>
            <a:ext cx="8330489" cy="2886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3"/>
          <p:cNvSpPr txBox="1">
            <a:spLocks noChangeArrowheads="1"/>
          </p:cNvSpPr>
          <p:nvPr/>
        </p:nvSpPr>
        <p:spPr bwMode="auto">
          <a:xfrm>
            <a:off x="368490" y="1747316"/>
            <a:ext cx="11518710" cy="144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4008" tIns="32004" rIns="64008" bIns="32004"/>
          <a:lstStyle>
            <a:lvl1pPr marL="488950" indent="-488950">
              <a:defRPr>
                <a:solidFill>
                  <a:schemeClr val="tx1"/>
                </a:solidFill>
                <a:latin typeface="Verdana" pitchFamily="34" charset="0"/>
                <a:ea typeface="MS PGothic" pitchFamily="34" charset="-128"/>
              </a:defRPr>
            </a:lvl1pPr>
            <a:lvl2pPr marL="1060450" indent="-407988">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35000"/>
              </a:spcBef>
              <a:buClr>
                <a:srgbClr val="993300"/>
              </a:buClr>
              <a:buSzPct val="90000"/>
              <a:buFont typeface="Monotype Sorts" pitchFamily="-84" charset="2"/>
              <a:buChar char="n"/>
            </a:pPr>
            <a:r>
              <a:rPr kumimoji="1" lang="en-US" altLang="en-US" sz="2400" b="1" dirty="0">
                <a:solidFill>
                  <a:srgbClr val="3366FF"/>
                </a:solidFill>
                <a:latin typeface="Times New Roman" pitchFamily="18" charset="0"/>
                <a:cs typeface="Times New Roman" pitchFamily="18" charset="0"/>
              </a:rPr>
              <a:t>Medium-term scheduler  </a:t>
            </a:r>
            <a:r>
              <a:rPr kumimoji="1" lang="en-US" altLang="en-US" sz="2400" dirty="0">
                <a:latin typeface="Times New Roman" pitchFamily="18" charset="0"/>
                <a:cs typeface="Times New Roman" pitchFamily="18" charset="0"/>
              </a:rPr>
              <a:t>can be added if degree of multiple programming needs to decrease</a:t>
            </a:r>
          </a:p>
          <a:p>
            <a:pPr lvl="1">
              <a:spcBef>
                <a:spcPct val="35000"/>
              </a:spcBef>
              <a:buClr>
                <a:srgbClr val="CC6600"/>
              </a:buClr>
              <a:buSzPct val="80000"/>
              <a:buFont typeface="Monotype Sorts" pitchFamily="-84" charset="2"/>
              <a:buChar char="l"/>
            </a:pPr>
            <a:r>
              <a:rPr kumimoji="1" lang="en-US" altLang="en-US" sz="2400" dirty="0">
                <a:latin typeface="Times New Roman" pitchFamily="18" charset="0"/>
                <a:cs typeface="Times New Roman" pitchFamily="18" charset="0"/>
              </a:rPr>
              <a:t>Remove process from memory, store on disk, bring back in from disk to continue execution: </a:t>
            </a:r>
            <a:r>
              <a:rPr kumimoji="1" lang="en-US" altLang="en-US" sz="2400" b="1" dirty="0">
                <a:solidFill>
                  <a:srgbClr val="3366FF"/>
                </a:solidFill>
                <a:latin typeface="Times New Roman" pitchFamily="18" charset="0"/>
                <a:cs typeface="Times New Roman" pitchFamily="18" charset="0"/>
              </a:rPr>
              <a:t>swapping</a:t>
            </a:r>
          </a:p>
          <a:p>
            <a:pPr>
              <a:spcBef>
                <a:spcPct val="35000"/>
              </a:spcBef>
              <a:buClr>
                <a:srgbClr val="993300"/>
              </a:buClr>
              <a:buSzPct val="90000"/>
              <a:buFont typeface="Monotype Sorts" pitchFamily="-84" charset="2"/>
              <a:buChar char="n"/>
            </a:pPr>
            <a:endParaRPr kumimoji="1" lang="en-US" altLang="en-US" sz="2400" dirty="0">
              <a:latin typeface="Times New Roman" pitchFamily="18" charset="0"/>
              <a:cs typeface="Times New Roman" pitchFamily="18" charset="0"/>
            </a:endParaRPr>
          </a:p>
          <a:p>
            <a:pPr>
              <a:spcBef>
                <a:spcPct val="35000"/>
              </a:spcBef>
              <a:buClr>
                <a:srgbClr val="993300"/>
              </a:buClr>
              <a:buSzPct val="90000"/>
              <a:buFont typeface="Monotype Sorts" pitchFamily="-84" charset="2"/>
              <a:buChar char="n"/>
            </a:pPr>
            <a:endParaRPr kumimoji="1" lang="en-US" altLang="en-US" sz="2400" dirty="0">
              <a:latin typeface="Times New Roman" pitchFamily="18" charset="0"/>
              <a:cs typeface="Times New Roman" pitchFamily="18" charset="0"/>
            </a:endParaRPr>
          </a:p>
        </p:txBody>
      </p:sp>
      <p:pic>
        <p:nvPicPr>
          <p:cNvPr id="7" name="Picture 6" descr="A picture containing text, clipart&#10;&#10;Description automatically generated">
            <a:extLst>
              <a:ext uri="{FF2B5EF4-FFF2-40B4-BE49-F238E27FC236}">
                <a16:creationId xmlns:a16="http://schemas.microsoft.com/office/drawing/2014/main" id="{327E2929-382A-44D5-A008-9F121CB38725}"/>
              </a:ext>
            </a:extLst>
          </p:cNvPr>
          <p:cNvPicPr>
            <a:picLocks noChangeAspect="1"/>
          </p:cNvPicPr>
          <p:nvPr/>
        </p:nvPicPr>
        <p:blipFill>
          <a:blip r:embed="rId3"/>
          <a:stretch>
            <a:fillRect/>
          </a:stretch>
        </p:blipFill>
        <p:spPr>
          <a:xfrm>
            <a:off x="10971565" y="-17293"/>
            <a:ext cx="1273018" cy="1248669"/>
          </a:xfrm>
          <a:prstGeom prst="rect">
            <a:avLst/>
          </a:prstGeom>
        </p:spPr>
      </p:pic>
    </p:spTree>
    <p:extLst>
      <p:ext uri="{BB962C8B-B14F-4D97-AF65-F5344CB8AC3E}">
        <p14:creationId xmlns:p14="http://schemas.microsoft.com/office/powerpoint/2010/main" val="20659224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35144" y="252275"/>
            <a:ext cx="7335835" cy="375522"/>
          </a:xfrm>
        </p:spPr>
        <p:txBody>
          <a:bodyPr>
            <a:normAutofit fontScale="90000"/>
          </a:bodyPr>
          <a:lstStyle/>
          <a:p>
            <a:pPr algn="ctr"/>
            <a:r>
              <a:rPr lang="en-US" sz="2800" dirty="0">
                <a:latin typeface="Times New Roman" pitchFamily="18" charset="0"/>
                <a:cs typeface="Times New Roman" pitchFamily="18" charset="0"/>
              </a:rPr>
              <a:t>Differences </a:t>
            </a:r>
          </a:p>
        </p:txBody>
      </p:sp>
      <p:sp>
        <p:nvSpPr>
          <p:cNvPr id="3" name="Date Placeholder 2"/>
          <p:cNvSpPr>
            <a:spLocks noGrp="1"/>
          </p:cNvSpPr>
          <p:nvPr>
            <p:ph type="dt" sz="half" idx="10"/>
          </p:nvPr>
        </p:nvSpPr>
        <p:spPr/>
        <p:txBody>
          <a:bodyPr/>
          <a:lstStyle/>
          <a:p>
            <a:fld id="{D050B793-F4A9-42E9-9049-EEBE155BC78E}" type="datetime1">
              <a:rPr lang="en-US" smtClean="0"/>
              <a:t>2/24/2026</a:t>
            </a:fld>
            <a:endParaRPr lang="en-US" dirty="0"/>
          </a:p>
        </p:txBody>
      </p:sp>
      <p:sp>
        <p:nvSpPr>
          <p:cNvPr id="4" name="Slide Number Placeholder 3"/>
          <p:cNvSpPr>
            <a:spLocks noGrp="1"/>
          </p:cNvSpPr>
          <p:nvPr>
            <p:ph type="sldNum" sz="quarter" idx="12"/>
          </p:nvPr>
        </p:nvSpPr>
        <p:spPr/>
        <p:txBody>
          <a:bodyPr/>
          <a:lstStyle/>
          <a:p>
            <a:fld id="{49ABCAEC-7D34-E549-A96E-FCEDAADBE4B0}" type="slidenum">
              <a:rPr lang="en-US" smtClean="0"/>
              <a:t>21</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3583" y="805218"/>
            <a:ext cx="10385946" cy="60527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 descr="A picture containing text, clipart&#10;&#10;Description automatically generated">
            <a:extLst>
              <a:ext uri="{FF2B5EF4-FFF2-40B4-BE49-F238E27FC236}">
                <a16:creationId xmlns:a16="http://schemas.microsoft.com/office/drawing/2014/main" id="{327E2929-382A-44D5-A008-9F121CB38725}"/>
              </a:ext>
            </a:extLst>
          </p:cNvPr>
          <p:cNvPicPr>
            <a:picLocks noChangeAspect="1"/>
          </p:cNvPicPr>
          <p:nvPr/>
        </p:nvPicPr>
        <p:blipFill>
          <a:blip r:embed="rId3"/>
          <a:stretch>
            <a:fillRect/>
          </a:stretch>
        </p:blipFill>
        <p:spPr>
          <a:xfrm>
            <a:off x="10971565" y="-17293"/>
            <a:ext cx="1273018" cy="1248669"/>
          </a:xfrm>
          <a:prstGeom prst="rect">
            <a:avLst/>
          </a:prstGeom>
        </p:spPr>
      </p:pic>
    </p:spTree>
    <p:extLst>
      <p:ext uri="{BB962C8B-B14F-4D97-AF65-F5344CB8AC3E}">
        <p14:creationId xmlns:p14="http://schemas.microsoft.com/office/powerpoint/2010/main" val="21387060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DCB6D7-1B23-42E7-898F-15EE4E42BD63}" type="datetime1">
              <a:rPr lang="en-US" smtClean="0"/>
              <a:t>2/24/2026</a:t>
            </a:fld>
            <a:endParaRPr lang="en-US" dirty="0"/>
          </a:p>
        </p:txBody>
      </p:sp>
      <p:sp>
        <p:nvSpPr>
          <p:cNvPr id="3" name="Slide Number Placeholder 2"/>
          <p:cNvSpPr>
            <a:spLocks noGrp="1"/>
          </p:cNvSpPr>
          <p:nvPr>
            <p:ph type="sldNum" sz="quarter" idx="12"/>
          </p:nvPr>
        </p:nvSpPr>
        <p:spPr/>
        <p:txBody>
          <a:bodyPr/>
          <a:lstStyle/>
          <a:p>
            <a:fld id="{49ABCAEC-7D34-E549-A96E-FCEDAADBE4B0}" type="slidenum">
              <a:rPr lang="en-US" smtClean="0"/>
              <a:pPr/>
              <a:t>22</a:t>
            </a:fld>
            <a:endParaRPr lang="en-US" dirty="0"/>
          </a:p>
        </p:txBody>
      </p:sp>
      <p:sp>
        <p:nvSpPr>
          <p:cNvPr id="4" name="Rectangle 3"/>
          <p:cNvSpPr/>
          <p:nvPr/>
        </p:nvSpPr>
        <p:spPr>
          <a:xfrm>
            <a:off x="368491" y="1113203"/>
            <a:ext cx="11327640" cy="5632311"/>
          </a:xfrm>
          <a:prstGeom prst="rect">
            <a:avLst/>
          </a:prstGeom>
        </p:spPr>
        <p:txBody>
          <a:bodyPr wrap="square">
            <a:spAutoFit/>
          </a:bodyPr>
          <a:lstStyle/>
          <a:p>
            <a:pPr marL="285750" indent="-285750" algn="just">
              <a:buFont typeface="Wingdings" pitchFamily="2" charset="2"/>
              <a:buChar char="Ø"/>
            </a:pPr>
            <a:r>
              <a:rPr lang="en-US" sz="2400" dirty="0">
                <a:latin typeface="Times New Roman" pitchFamily="18" charset="0"/>
                <a:cs typeface="Times New Roman" pitchFamily="18" charset="0"/>
              </a:rPr>
              <a:t>It is a technique or method used by the operating system to </a:t>
            </a:r>
            <a:r>
              <a:rPr lang="en-US" sz="2400" dirty="0">
                <a:solidFill>
                  <a:srgbClr val="002060"/>
                </a:solidFill>
                <a:latin typeface="Times New Roman" pitchFamily="18" charset="0"/>
                <a:cs typeface="Times New Roman" pitchFamily="18" charset="0"/>
              </a:rPr>
              <a:t>switch a process from one state to another to execute its function using CPUs in the system</a:t>
            </a:r>
          </a:p>
          <a:p>
            <a:pPr marL="285750" indent="-285750" algn="just">
              <a:buFont typeface="Wingdings" pitchFamily="2" charset="2"/>
              <a:buChar char="Ø"/>
            </a:pPr>
            <a:endParaRPr lang="en-US" sz="2400" dirty="0">
              <a:latin typeface="Times New Roman" pitchFamily="18" charset="0"/>
              <a:cs typeface="Times New Roman" pitchFamily="18" charset="0"/>
            </a:endParaRPr>
          </a:p>
          <a:p>
            <a:pPr marL="285750" indent="-285750" algn="just">
              <a:buFont typeface="Wingdings" pitchFamily="2" charset="2"/>
              <a:buChar char="Ø"/>
            </a:pPr>
            <a:r>
              <a:rPr lang="en-US" sz="2400" dirty="0">
                <a:latin typeface="Times New Roman" pitchFamily="18" charset="0"/>
                <a:cs typeface="Times New Roman" pitchFamily="18" charset="0"/>
              </a:rPr>
              <a:t>Context Switching involves storing the context or state of a process so that it can be reloaded when required and execution can be resumed from the same point as earlier</a:t>
            </a:r>
          </a:p>
          <a:p>
            <a:pPr marL="285750" indent="-285750" algn="just">
              <a:buFont typeface="Wingdings" pitchFamily="2" charset="2"/>
              <a:buChar char="Ø"/>
            </a:pPr>
            <a:endParaRPr lang="en-US" sz="2400" dirty="0">
              <a:latin typeface="Times New Roman" pitchFamily="18" charset="0"/>
              <a:cs typeface="Times New Roman" pitchFamily="18" charset="0"/>
            </a:endParaRPr>
          </a:p>
          <a:p>
            <a:pPr marL="285750" indent="-285750" algn="just">
              <a:buFont typeface="Wingdings" pitchFamily="2" charset="2"/>
              <a:buChar char="Ø"/>
            </a:pPr>
            <a:r>
              <a:rPr lang="en-US" sz="2400" dirty="0">
                <a:latin typeface="Times New Roman" pitchFamily="18" charset="0"/>
                <a:cs typeface="Times New Roman" pitchFamily="18" charset="0"/>
              </a:rPr>
              <a:t>This is a feature of a multitasking operating system and allows a single CPU to be shared by multiple processes</a:t>
            </a:r>
          </a:p>
          <a:p>
            <a:pPr algn="just"/>
            <a:endParaRPr lang="en-US" sz="2400" dirty="0">
              <a:latin typeface="Times New Roman" pitchFamily="18" charset="0"/>
              <a:cs typeface="Times New Roman" pitchFamily="18" charset="0"/>
            </a:endParaRPr>
          </a:p>
          <a:p>
            <a:pPr marL="285750" indent="-285750" algn="just">
              <a:buFont typeface="Wingdings" pitchFamily="2" charset="2"/>
              <a:buChar char="Ø"/>
            </a:pPr>
            <a:r>
              <a:rPr lang="en-US" sz="2400" dirty="0">
                <a:latin typeface="Times New Roman" pitchFamily="18" charset="0"/>
                <a:cs typeface="Times New Roman" pitchFamily="18" charset="0"/>
              </a:rPr>
              <a:t> Let, initially Process 1 is running. Process 1 is switched out and Process 2 is switched in because of an interrupt or a system call. Context switching involves saving the state of Process 1 into PCB1 and loading the state of process 2 from PCB2. After some time again a context switch occurs and Process 2 is switched out and Process 1 is switched in again. This involves saving the state of Process 2 into PCB2 and loading the state of process 1 from PCB1</a:t>
            </a:r>
          </a:p>
        </p:txBody>
      </p:sp>
      <p:sp>
        <p:nvSpPr>
          <p:cNvPr id="5" name="Rectangle 4"/>
          <p:cNvSpPr/>
          <p:nvPr/>
        </p:nvSpPr>
        <p:spPr>
          <a:xfrm>
            <a:off x="4425245" y="355035"/>
            <a:ext cx="3408305" cy="584775"/>
          </a:xfrm>
          <a:prstGeom prst="rect">
            <a:avLst/>
          </a:prstGeom>
        </p:spPr>
        <p:txBody>
          <a:bodyPr wrap="none">
            <a:spAutoFit/>
          </a:bodyPr>
          <a:lstStyle/>
          <a:p>
            <a:r>
              <a:rPr lang="en-US" sz="3200" b="1" dirty="0">
                <a:latin typeface="Times New Roman" pitchFamily="18" charset="0"/>
                <a:cs typeface="Times New Roman" pitchFamily="18" charset="0"/>
              </a:rPr>
              <a:t>Context Switching</a:t>
            </a:r>
          </a:p>
        </p:txBody>
      </p:sp>
      <p:pic>
        <p:nvPicPr>
          <p:cNvPr id="6" name="Picture 5" descr="A picture containing text, clipart&#10;&#10;Description automatically generated">
            <a:extLst>
              <a:ext uri="{FF2B5EF4-FFF2-40B4-BE49-F238E27FC236}">
                <a16:creationId xmlns:a16="http://schemas.microsoft.com/office/drawing/2014/main" id="{327E2929-382A-44D5-A008-9F121CB38725}"/>
              </a:ext>
            </a:extLst>
          </p:cNvPr>
          <p:cNvPicPr>
            <a:picLocks noChangeAspect="1"/>
          </p:cNvPicPr>
          <p:nvPr/>
        </p:nvPicPr>
        <p:blipFill>
          <a:blip r:embed="rId2"/>
          <a:stretch>
            <a:fillRect/>
          </a:stretch>
        </p:blipFill>
        <p:spPr>
          <a:xfrm>
            <a:off x="10971565" y="-17293"/>
            <a:ext cx="1273018" cy="1248669"/>
          </a:xfrm>
          <a:prstGeom prst="rect">
            <a:avLst/>
          </a:prstGeom>
        </p:spPr>
      </p:pic>
    </p:spTree>
    <p:extLst>
      <p:ext uri="{BB962C8B-B14F-4D97-AF65-F5344CB8AC3E}">
        <p14:creationId xmlns:p14="http://schemas.microsoft.com/office/powerpoint/2010/main" val="12926448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0163" y="443344"/>
            <a:ext cx="10871674" cy="1268984"/>
          </a:xfrm>
        </p:spPr>
        <p:txBody>
          <a:bodyPr>
            <a:normAutofit/>
          </a:bodyPr>
          <a:lstStyle/>
          <a:p>
            <a:pPr algn="ctr"/>
            <a:r>
              <a:rPr lang="en-US" sz="3200" dirty="0">
                <a:latin typeface="Times New Roman" pitchFamily="18" charset="0"/>
                <a:cs typeface="Times New Roman" pitchFamily="18" charset="0"/>
              </a:rPr>
              <a:t>Context Switching Triggers</a:t>
            </a:r>
          </a:p>
        </p:txBody>
      </p:sp>
      <p:sp>
        <p:nvSpPr>
          <p:cNvPr id="3" name="Date Placeholder 2"/>
          <p:cNvSpPr>
            <a:spLocks noGrp="1"/>
          </p:cNvSpPr>
          <p:nvPr>
            <p:ph type="dt" sz="half" idx="10"/>
          </p:nvPr>
        </p:nvSpPr>
        <p:spPr/>
        <p:txBody>
          <a:bodyPr/>
          <a:lstStyle/>
          <a:p>
            <a:fld id="{D48A613C-5984-4F43-99E0-69C9F9E43F02}" type="datetime1">
              <a:rPr lang="en-US" smtClean="0"/>
              <a:t>2/24/2026</a:t>
            </a:fld>
            <a:endParaRPr lang="en-US" dirty="0"/>
          </a:p>
        </p:txBody>
      </p:sp>
      <p:sp>
        <p:nvSpPr>
          <p:cNvPr id="4" name="Slide Number Placeholder 3"/>
          <p:cNvSpPr>
            <a:spLocks noGrp="1"/>
          </p:cNvSpPr>
          <p:nvPr>
            <p:ph type="sldNum" sz="quarter" idx="12"/>
          </p:nvPr>
        </p:nvSpPr>
        <p:spPr/>
        <p:txBody>
          <a:bodyPr/>
          <a:lstStyle/>
          <a:p>
            <a:fld id="{49ABCAEC-7D34-E549-A96E-FCEDAADBE4B0}" type="slidenum">
              <a:rPr lang="en-US" smtClean="0"/>
              <a:t>23</a:t>
            </a:fld>
            <a:endParaRPr lang="en-US"/>
          </a:p>
        </p:txBody>
      </p:sp>
      <p:sp>
        <p:nvSpPr>
          <p:cNvPr id="5" name="Rectangle 4"/>
          <p:cNvSpPr/>
          <p:nvPr/>
        </p:nvSpPr>
        <p:spPr>
          <a:xfrm>
            <a:off x="441278" y="1161312"/>
            <a:ext cx="11445922" cy="5693866"/>
          </a:xfrm>
          <a:prstGeom prst="rect">
            <a:avLst/>
          </a:prstGeom>
        </p:spPr>
        <p:txBody>
          <a:bodyPr wrap="square">
            <a:spAutoFit/>
          </a:bodyPr>
          <a:lstStyle/>
          <a:p>
            <a:pPr algn="just"/>
            <a:r>
              <a:rPr lang="en-US" sz="2600" dirty="0">
                <a:latin typeface="Times New Roman" pitchFamily="18" charset="0"/>
                <a:cs typeface="Times New Roman" pitchFamily="18" charset="0"/>
              </a:rPr>
              <a:t>There are three major triggers for context switching. These are given as follows−</a:t>
            </a:r>
          </a:p>
          <a:p>
            <a:pPr algn="just"/>
            <a:endParaRPr lang="en-US" sz="2600" dirty="0">
              <a:latin typeface="Times New Roman" pitchFamily="18" charset="0"/>
              <a:cs typeface="Times New Roman" pitchFamily="18" charset="0"/>
            </a:endParaRPr>
          </a:p>
          <a:p>
            <a:pPr marL="457200" indent="-457200" algn="just">
              <a:buFont typeface="Wingdings" pitchFamily="2" charset="2"/>
              <a:buChar char="Ø"/>
            </a:pPr>
            <a:r>
              <a:rPr lang="en-US" sz="2600" b="1" dirty="0">
                <a:solidFill>
                  <a:srgbClr val="002060"/>
                </a:solidFill>
                <a:latin typeface="Times New Roman" pitchFamily="18" charset="0"/>
                <a:cs typeface="Times New Roman" pitchFamily="18" charset="0"/>
              </a:rPr>
              <a:t>Multitasking: </a:t>
            </a:r>
            <a:r>
              <a:rPr lang="en-US" sz="2600" dirty="0">
                <a:latin typeface="Times New Roman" pitchFamily="18" charset="0"/>
                <a:cs typeface="Times New Roman" pitchFamily="18" charset="0"/>
              </a:rPr>
              <a:t>In a multitasking environment, a process is switched out of the CPU so another process can be run. The state of the old process is saved and the state of the new process is loaded. On a pre-emptive system, processes may be switched out by the scheduler </a:t>
            </a:r>
          </a:p>
          <a:p>
            <a:pPr marL="457200" indent="-457200" algn="just">
              <a:buFont typeface="Wingdings" pitchFamily="2" charset="2"/>
              <a:buChar char="Ø"/>
            </a:pPr>
            <a:endParaRPr lang="en-US" sz="2600" dirty="0">
              <a:latin typeface="Times New Roman" pitchFamily="18" charset="0"/>
              <a:cs typeface="Times New Roman" pitchFamily="18" charset="0"/>
            </a:endParaRPr>
          </a:p>
          <a:p>
            <a:pPr marL="457200" indent="-457200" algn="just">
              <a:buFont typeface="Wingdings" pitchFamily="2" charset="2"/>
              <a:buChar char="Ø"/>
            </a:pPr>
            <a:r>
              <a:rPr lang="en-US" sz="2600" dirty="0">
                <a:latin typeface="Times New Roman" pitchFamily="18" charset="0"/>
                <a:cs typeface="Times New Roman" pitchFamily="18" charset="0"/>
              </a:rPr>
              <a:t> </a:t>
            </a:r>
            <a:r>
              <a:rPr lang="en-US" sz="2600" b="1" dirty="0">
                <a:solidFill>
                  <a:srgbClr val="002060"/>
                </a:solidFill>
                <a:latin typeface="Times New Roman" pitchFamily="18" charset="0"/>
                <a:cs typeface="Times New Roman" pitchFamily="18" charset="0"/>
              </a:rPr>
              <a:t>Interrupt Handling: </a:t>
            </a:r>
            <a:r>
              <a:rPr lang="en-US" sz="2600" dirty="0">
                <a:latin typeface="Times New Roman" pitchFamily="18" charset="0"/>
                <a:cs typeface="Times New Roman" pitchFamily="18" charset="0"/>
              </a:rPr>
              <a:t>The hardware switches a part of the context when an interrupt occurs. This happens automatically. Only some of the context is changed to minimize the time required to handle the interrupt</a:t>
            </a:r>
          </a:p>
          <a:p>
            <a:pPr marL="457200" indent="-457200" algn="just">
              <a:buFont typeface="Wingdings" pitchFamily="2" charset="2"/>
              <a:buChar char="Ø"/>
            </a:pPr>
            <a:endParaRPr lang="en-US" sz="2600" dirty="0">
              <a:latin typeface="Times New Roman" pitchFamily="18" charset="0"/>
              <a:cs typeface="Times New Roman" pitchFamily="18" charset="0"/>
            </a:endParaRPr>
          </a:p>
          <a:p>
            <a:pPr marL="457200" indent="-457200" algn="just">
              <a:buFont typeface="Wingdings" pitchFamily="2" charset="2"/>
              <a:buChar char="Ø"/>
            </a:pPr>
            <a:r>
              <a:rPr lang="en-US" sz="2600" b="1" dirty="0">
                <a:solidFill>
                  <a:srgbClr val="002060"/>
                </a:solidFill>
                <a:latin typeface="Times New Roman" pitchFamily="18" charset="0"/>
                <a:cs typeface="Times New Roman" pitchFamily="18" charset="0"/>
              </a:rPr>
              <a:t>User and Kernel Mode Switching: </a:t>
            </a:r>
            <a:r>
              <a:rPr lang="en-US" sz="2600" dirty="0">
                <a:latin typeface="Times New Roman" pitchFamily="18" charset="0"/>
                <a:cs typeface="Times New Roman" pitchFamily="18" charset="0"/>
              </a:rPr>
              <a:t>A context switch may take place when a transition between the user mode and kernel mode is required in the operating system</a:t>
            </a:r>
          </a:p>
        </p:txBody>
      </p:sp>
      <p:pic>
        <p:nvPicPr>
          <p:cNvPr id="6" name="Picture 5" descr="A picture containing text, clipart&#10;&#10;Description automatically generated">
            <a:extLst>
              <a:ext uri="{FF2B5EF4-FFF2-40B4-BE49-F238E27FC236}">
                <a16:creationId xmlns:a16="http://schemas.microsoft.com/office/drawing/2014/main" id="{327E2929-382A-44D5-A008-9F121CB38725}"/>
              </a:ext>
            </a:extLst>
          </p:cNvPr>
          <p:cNvPicPr>
            <a:picLocks noChangeAspect="1"/>
          </p:cNvPicPr>
          <p:nvPr/>
        </p:nvPicPr>
        <p:blipFill>
          <a:blip r:embed="rId2"/>
          <a:stretch>
            <a:fillRect/>
          </a:stretch>
        </p:blipFill>
        <p:spPr>
          <a:xfrm>
            <a:off x="10971565" y="-17293"/>
            <a:ext cx="1273018" cy="1248669"/>
          </a:xfrm>
          <a:prstGeom prst="rect">
            <a:avLst/>
          </a:prstGeom>
        </p:spPr>
      </p:pic>
    </p:spTree>
    <p:extLst>
      <p:ext uri="{BB962C8B-B14F-4D97-AF65-F5344CB8AC3E}">
        <p14:creationId xmlns:p14="http://schemas.microsoft.com/office/powerpoint/2010/main" val="18550541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DCB6D7-1B23-42E7-898F-15EE4E42BD63}" type="datetime1">
              <a:rPr lang="en-US" smtClean="0"/>
              <a:t>2/24/2026</a:t>
            </a:fld>
            <a:endParaRPr lang="en-US" dirty="0"/>
          </a:p>
        </p:txBody>
      </p:sp>
      <p:sp>
        <p:nvSpPr>
          <p:cNvPr id="3" name="Slide Number Placeholder 2"/>
          <p:cNvSpPr>
            <a:spLocks noGrp="1"/>
          </p:cNvSpPr>
          <p:nvPr>
            <p:ph type="sldNum" sz="quarter" idx="12"/>
          </p:nvPr>
        </p:nvSpPr>
        <p:spPr/>
        <p:txBody>
          <a:bodyPr/>
          <a:lstStyle/>
          <a:p>
            <a:fld id="{49ABCAEC-7D34-E549-A96E-FCEDAADBE4B0}" type="slidenum">
              <a:rPr lang="en-US" smtClean="0"/>
              <a:pPr/>
              <a:t>24</a:t>
            </a:fld>
            <a:endParaRPr lang="en-US" dirty="0"/>
          </a:p>
        </p:txBody>
      </p:sp>
      <p:sp>
        <p:nvSpPr>
          <p:cNvPr id="4" name="Rectangle 3"/>
          <p:cNvSpPr/>
          <p:nvPr/>
        </p:nvSpPr>
        <p:spPr>
          <a:xfrm>
            <a:off x="696036" y="1321011"/>
            <a:ext cx="10986448" cy="5293757"/>
          </a:xfrm>
          <a:prstGeom prst="rect">
            <a:avLst/>
          </a:prstGeom>
        </p:spPr>
        <p:txBody>
          <a:bodyPr wrap="square">
            <a:spAutoFit/>
          </a:bodyPr>
          <a:lstStyle/>
          <a:p>
            <a:pPr algn="just"/>
            <a:r>
              <a:rPr lang="en-US" sz="2600" dirty="0">
                <a:latin typeface="Times New Roman" pitchFamily="18" charset="0"/>
                <a:cs typeface="Times New Roman" pitchFamily="18" charset="0"/>
              </a:rPr>
              <a:t>The steps involved in context switching are as follows −</a:t>
            </a:r>
          </a:p>
          <a:p>
            <a:pPr algn="just"/>
            <a:endParaRPr lang="en-US" sz="2600" dirty="0">
              <a:latin typeface="Times New Roman" pitchFamily="18" charset="0"/>
              <a:cs typeface="Times New Roman" pitchFamily="18" charset="0"/>
            </a:endParaRPr>
          </a:p>
          <a:p>
            <a:pPr marL="342900" indent="-342900" algn="just">
              <a:buFont typeface="Wingdings" pitchFamily="2" charset="2"/>
              <a:buChar char="Ø"/>
            </a:pPr>
            <a:r>
              <a:rPr lang="en-US" sz="2600" dirty="0">
                <a:latin typeface="Times New Roman" pitchFamily="18" charset="0"/>
                <a:cs typeface="Times New Roman" pitchFamily="18" charset="0"/>
              </a:rPr>
              <a:t> Save the context of the process that is currently running on the CPU. Update the process control block and other important fields</a:t>
            </a:r>
          </a:p>
          <a:p>
            <a:pPr marL="342900" indent="-342900" algn="just">
              <a:buFont typeface="Wingdings" pitchFamily="2" charset="2"/>
              <a:buChar char="Ø"/>
            </a:pPr>
            <a:r>
              <a:rPr lang="en-US" sz="2600" dirty="0">
                <a:latin typeface="Times New Roman" pitchFamily="18" charset="0"/>
                <a:cs typeface="Times New Roman" pitchFamily="18" charset="0"/>
              </a:rPr>
              <a:t> Move the process control block of the above process into the relevant queue such as the ready queue, I/O queue etc.</a:t>
            </a:r>
          </a:p>
          <a:p>
            <a:pPr marL="342900" indent="-342900" algn="just">
              <a:buFont typeface="Wingdings" pitchFamily="2" charset="2"/>
              <a:buChar char="Ø"/>
            </a:pPr>
            <a:r>
              <a:rPr lang="en-US" sz="2600" dirty="0">
                <a:latin typeface="Times New Roman" pitchFamily="18" charset="0"/>
                <a:cs typeface="Times New Roman" pitchFamily="18" charset="0"/>
              </a:rPr>
              <a:t>Select a new process for execution</a:t>
            </a:r>
          </a:p>
          <a:p>
            <a:pPr marL="342900" indent="-342900" algn="just">
              <a:buFont typeface="Wingdings" pitchFamily="2" charset="2"/>
              <a:buChar char="Ø"/>
            </a:pPr>
            <a:r>
              <a:rPr lang="en-US" sz="2600" dirty="0">
                <a:latin typeface="Times New Roman" pitchFamily="18" charset="0"/>
                <a:cs typeface="Times New Roman" pitchFamily="18" charset="0"/>
              </a:rPr>
              <a:t> Update the process control block of the selected process. This includes updating the process state to running </a:t>
            </a:r>
          </a:p>
          <a:p>
            <a:pPr marL="342900" indent="-342900" algn="just">
              <a:buFont typeface="Wingdings" pitchFamily="2" charset="2"/>
              <a:buChar char="Ø"/>
            </a:pPr>
            <a:r>
              <a:rPr lang="en-US" sz="2600" dirty="0">
                <a:latin typeface="Times New Roman" pitchFamily="18" charset="0"/>
                <a:cs typeface="Times New Roman" pitchFamily="18" charset="0"/>
              </a:rPr>
              <a:t>Update the memory management data structures as required</a:t>
            </a:r>
          </a:p>
          <a:p>
            <a:pPr marL="342900" indent="-342900" algn="just">
              <a:buFont typeface="Wingdings" pitchFamily="2" charset="2"/>
              <a:buChar char="Ø"/>
            </a:pPr>
            <a:r>
              <a:rPr lang="en-US" sz="2600" dirty="0">
                <a:latin typeface="Times New Roman" pitchFamily="18" charset="0"/>
                <a:cs typeface="Times New Roman" pitchFamily="18" charset="0"/>
              </a:rPr>
              <a:t>Restore the context of the process that was previously running when it is loaded again on the processor. This is done by loading the previous values of the process control block and registers</a:t>
            </a:r>
          </a:p>
        </p:txBody>
      </p:sp>
      <p:sp>
        <p:nvSpPr>
          <p:cNvPr id="5" name="Rectangle 4"/>
          <p:cNvSpPr/>
          <p:nvPr/>
        </p:nvSpPr>
        <p:spPr>
          <a:xfrm>
            <a:off x="2825087" y="460191"/>
            <a:ext cx="6256177" cy="584775"/>
          </a:xfrm>
          <a:prstGeom prst="rect">
            <a:avLst/>
          </a:prstGeom>
        </p:spPr>
        <p:txBody>
          <a:bodyPr wrap="square">
            <a:spAutoFit/>
          </a:bodyPr>
          <a:lstStyle/>
          <a:p>
            <a:pPr algn="ctr"/>
            <a:r>
              <a:rPr lang="en-US" sz="3200" b="1" dirty="0">
                <a:latin typeface="Times New Roman" pitchFamily="18" charset="0"/>
                <a:cs typeface="Times New Roman" pitchFamily="18" charset="0"/>
              </a:rPr>
              <a:t>Context Switching Steps </a:t>
            </a:r>
            <a:endParaRPr lang="en-US" sz="3200" b="1" dirty="0"/>
          </a:p>
        </p:txBody>
      </p:sp>
      <p:pic>
        <p:nvPicPr>
          <p:cNvPr id="6" name="Picture 5" descr="A picture containing text, clipart&#10;&#10;Description automatically generated">
            <a:extLst>
              <a:ext uri="{FF2B5EF4-FFF2-40B4-BE49-F238E27FC236}">
                <a16:creationId xmlns:a16="http://schemas.microsoft.com/office/drawing/2014/main" id="{327E2929-382A-44D5-A008-9F121CB38725}"/>
              </a:ext>
            </a:extLst>
          </p:cNvPr>
          <p:cNvPicPr>
            <a:picLocks noChangeAspect="1"/>
          </p:cNvPicPr>
          <p:nvPr/>
        </p:nvPicPr>
        <p:blipFill>
          <a:blip r:embed="rId2"/>
          <a:stretch>
            <a:fillRect/>
          </a:stretch>
        </p:blipFill>
        <p:spPr>
          <a:xfrm>
            <a:off x="10971565" y="-17293"/>
            <a:ext cx="1273018" cy="1248669"/>
          </a:xfrm>
          <a:prstGeom prst="rect">
            <a:avLst/>
          </a:prstGeom>
        </p:spPr>
      </p:pic>
    </p:spTree>
    <p:extLst>
      <p:ext uri="{BB962C8B-B14F-4D97-AF65-F5344CB8AC3E}">
        <p14:creationId xmlns:p14="http://schemas.microsoft.com/office/powerpoint/2010/main" val="5097749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DCB6D7-1B23-42E7-898F-15EE4E42BD63}" type="datetime1">
              <a:rPr lang="en-US" smtClean="0"/>
              <a:t>2/24/2026</a:t>
            </a:fld>
            <a:endParaRPr lang="en-US" dirty="0"/>
          </a:p>
        </p:txBody>
      </p:sp>
      <p:sp>
        <p:nvSpPr>
          <p:cNvPr id="3" name="Slide Number Placeholder 2"/>
          <p:cNvSpPr>
            <a:spLocks noGrp="1"/>
          </p:cNvSpPr>
          <p:nvPr>
            <p:ph type="sldNum" sz="quarter" idx="12"/>
          </p:nvPr>
        </p:nvSpPr>
        <p:spPr/>
        <p:txBody>
          <a:bodyPr/>
          <a:lstStyle/>
          <a:p>
            <a:fld id="{49ABCAEC-7D34-E549-A96E-FCEDAADBE4B0}" type="slidenum">
              <a:rPr lang="en-US" smtClean="0"/>
              <a:pPr/>
              <a:t>25</a:t>
            </a:fld>
            <a:endParaRPr lang="en-US" dirty="0"/>
          </a:p>
        </p:txBody>
      </p:sp>
      <p:pic>
        <p:nvPicPr>
          <p:cNvPr id="1026" name="Picture 2" descr="What is the context switching in the operating syste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7856" y="1282890"/>
            <a:ext cx="8532932" cy="557511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3725839" y="337361"/>
            <a:ext cx="5816375" cy="584775"/>
          </a:xfrm>
          <a:prstGeom prst="rect">
            <a:avLst/>
          </a:prstGeom>
        </p:spPr>
        <p:txBody>
          <a:bodyPr wrap="square">
            <a:spAutoFit/>
          </a:bodyPr>
          <a:lstStyle/>
          <a:p>
            <a:pPr algn="ctr"/>
            <a:r>
              <a:rPr lang="en-US" sz="3200" b="1" dirty="0">
                <a:latin typeface="Times New Roman" pitchFamily="18" charset="0"/>
                <a:cs typeface="Times New Roman" pitchFamily="18" charset="0"/>
              </a:rPr>
              <a:t>Steps for Context Switching</a:t>
            </a:r>
          </a:p>
        </p:txBody>
      </p:sp>
    </p:spTree>
    <p:extLst>
      <p:ext uri="{BB962C8B-B14F-4D97-AF65-F5344CB8AC3E}">
        <p14:creationId xmlns:p14="http://schemas.microsoft.com/office/powerpoint/2010/main" val="36970900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DCB6D7-1B23-42E7-898F-15EE4E42BD63}" type="datetime1">
              <a:rPr lang="en-US" smtClean="0"/>
              <a:t>2/24/2026</a:t>
            </a:fld>
            <a:endParaRPr lang="en-US" dirty="0"/>
          </a:p>
        </p:txBody>
      </p:sp>
      <p:sp>
        <p:nvSpPr>
          <p:cNvPr id="3" name="Slide Number Placeholder 2"/>
          <p:cNvSpPr>
            <a:spLocks noGrp="1"/>
          </p:cNvSpPr>
          <p:nvPr>
            <p:ph type="sldNum" sz="quarter" idx="12"/>
          </p:nvPr>
        </p:nvSpPr>
        <p:spPr/>
        <p:txBody>
          <a:bodyPr/>
          <a:lstStyle/>
          <a:p>
            <a:fld id="{49ABCAEC-7D34-E549-A96E-FCEDAADBE4B0}" type="slidenum">
              <a:rPr lang="en-US" smtClean="0"/>
              <a:pPr/>
              <a:t>26</a:t>
            </a:fld>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9558" y="129748"/>
            <a:ext cx="11095629" cy="6578127"/>
          </a:xfrm>
          <a:prstGeom prst="rect">
            <a:avLst/>
          </a:prstGeom>
        </p:spPr>
      </p:pic>
    </p:spTree>
    <p:extLst>
      <p:ext uri="{BB962C8B-B14F-4D97-AF65-F5344CB8AC3E}">
        <p14:creationId xmlns:p14="http://schemas.microsoft.com/office/powerpoint/2010/main" val="19508231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DCB6D7-1B23-42E7-898F-15EE4E42BD63}" type="datetime1">
              <a:rPr lang="en-US" smtClean="0"/>
              <a:t>2/24/2026</a:t>
            </a:fld>
            <a:endParaRPr lang="en-US" dirty="0"/>
          </a:p>
        </p:txBody>
      </p:sp>
      <p:sp>
        <p:nvSpPr>
          <p:cNvPr id="3" name="Slide Number Placeholder 2"/>
          <p:cNvSpPr>
            <a:spLocks noGrp="1"/>
          </p:cNvSpPr>
          <p:nvPr>
            <p:ph type="sldNum" sz="quarter" idx="12"/>
          </p:nvPr>
        </p:nvSpPr>
        <p:spPr/>
        <p:txBody>
          <a:bodyPr/>
          <a:lstStyle/>
          <a:p>
            <a:fld id="{49ABCAEC-7D34-E549-A96E-FCEDAADBE4B0}" type="slidenum">
              <a:rPr lang="en-US" smtClean="0"/>
              <a:pPr/>
              <a:t>27</a:t>
            </a:fld>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3331" y="428611"/>
            <a:ext cx="10836323" cy="6063907"/>
          </a:xfrm>
          <a:prstGeom prst="rect">
            <a:avLst/>
          </a:prstGeom>
        </p:spPr>
      </p:pic>
    </p:spTree>
    <p:extLst>
      <p:ext uri="{BB962C8B-B14F-4D97-AF65-F5344CB8AC3E}">
        <p14:creationId xmlns:p14="http://schemas.microsoft.com/office/powerpoint/2010/main" val="18549267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DCB6D7-1B23-42E7-898F-15EE4E42BD63}" type="datetime1">
              <a:rPr lang="en-US" smtClean="0"/>
              <a:t>2/24/2026</a:t>
            </a:fld>
            <a:endParaRPr lang="en-US" dirty="0"/>
          </a:p>
        </p:txBody>
      </p:sp>
      <p:sp>
        <p:nvSpPr>
          <p:cNvPr id="3" name="Slide Number Placeholder 2"/>
          <p:cNvSpPr>
            <a:spLocks noGrp="1"/>
          </p:cNvSpPr>
          <p:nvPr>
            <p:ph type="sldNum" sz="quarter" idx="12"/>
          </p:nvPr>
        </p:nvSpPr>
        <p:spPr/>
        <p:txBody>
          <a:bodyPr/>
          <a:lstStyle/>
          <a:p>
            <a:fld id="{49ABCAEC-7D34-E549-A96E-FCEDAADBE4B0}" type="slidenum">
              <a:rPr lang="en-US" smtClean="0"/>
              <a:pPr/>
              <a:t>28</a:t>
            </a:fld>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9169" y="135632"/>
            <a:ext cx="10904561" cy="6625847"/>
          </a:xfrm>
          <a:prstGeom prst="rect">
            <a:avLst/>
          </a:prstGeom>
        </p:spPr>
      </p:pic>
    </p:spTree>
    <p:extLst>
      <p:ext uri="{BB962C8B-B14F-4D97-AF65-F5344CB8AC3E}">
        <p14:creationId xmlns:p14="http://schemas.microsoft.com/office/powerpoint/2010/main" val="26818948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DCB6D7-1B23-42E7-898F-15EE4E42BD63}" type="datetime1">
              <a:rPr lang="en-US" smtClean="0"/>
              <a:t>2/24/2026</a:t>
            </a:fld>
            <a:endParaRPr lang="en-US" dirty="0"/>
          </a:p>
        </p:txBody>
      </p:sp>
      <p:sp>
        <p:nvSpPr>
          <p:cNvPr id="3" name="Slide Number Placeholder 2"/>
          <p:cNvSpPr>
            <a:spLocks noGrp="1"/>
          </p:cNvSpPr>
          <p:nvPr>
            <p:ph type="sldNum" sz="quarter" idx="12"/>
          </p:nvPr>
        </p:nvSpPr>
        <p:spPr/>
        <p:txBody>
          <a:bodyPr/>
          <a:lstStyle/>
          <a:p>
            <a:fld id="{49ABCAEC-7D34-E549-A96E-FCEDAADBE4B0}" type="slidenum">
              <a:rPr lang="en-US" smtClean="0"/>
              <a:pPr/>
              <a:t>29</a:t>
            </a:fld>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205" y="80213"/>
            <a:ext cx="10549933" cy="6661781"/>
          </a:xfrm>
          <a:prstGeom prst="rect">
            <a:avLst/>
          </a:prstGeom>
        </p:spPr>
      </p:pic>
    </p:spTree>
    <p:extLst>
      <p:ext uri="{BB962C8B-B14F-4D97-AF65-F5344CB8AC3E}">
        <p14:creationId xmlns:p14="http://schemas.microsoft.com/office/powerpoint/2010/main" val="15131845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EB46B8FB-F6A2-5F47-A6CD-A7E17E69270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01388" y="0"/>
            <a:ext cx="5990612" cy="6858001"/>
            <a:chOff x="6201388" y="0"/>
            <a:chExt cx="5990612" cy="6858001"/>
          </a:xfrm>
        </p:grpSpPr>
        <p:sp>
          <p:nvSpPr>
            <p:cNvPr id="8" name="Oval 7">
              <a:extLst>
                <a:ext uri="{FF2B5EF4-FFF2-40B4-BE49-F238E27FC236}">
                  <a16:creationId xmlns:a16="http://schemas.microsoft.com/office/drawing/2014/main" id="{419BDE93-3EC2-4E4D-BC0B-417378F49E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46">
              <a:extLst>
                <a:ext uri="{FF2B5EF4-FFF2-40B4-BE49-F238E27FC236}">
                  <a16:creationId xmlns:a16="http://schemas.microsoft.com/office/drawing/2014/main" id="{FE21F82F-1EE5-8240-97F8-387DF0253F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48">
              <a:extLst>
                <a:ext uri="{FF2B5EF4-FFF2-40B4-BE49-F238E27FC236}">
                  <a16:creationId xmlns:a16="http://schemas.microsoft.com/office/drawing/2014/main" id="{AE1903E3-6B5F-6B4C-9A1F-62628A050A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Oval 10">
              <a:extLst>
                <a:ext uri="{FF2B5EF4-FFF2-40B4-BE49-F238E27FC236}">
                  <a16:creationId xmlns:a16="http://schemas.microsoft.com/office/drawing/2014/main" id="{F7C55863-3B37-0743-B001-1A970033FB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3"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32B4C24-3A58-924C-B79A-D961EF7C2C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3" y="217788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21EF52E0-D2CF-544F-93A6-4D7B45A048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3" y="80636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63">
              <a:extLst>
                <a:ext uri="{FF2B5EF4-FFF2-40B4-BE49-F238E27FC236}">
                  <a16:creationId xmlns:a16="http://schemas.microsoft.com/office/drawing/2014/main" id="{6966CFE5-1C8C-2E4F-9B2D-A8438F5A53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64">
              <a:extLst>
                <a:ext uri="{FF2B5EF4-FFF2-40B4-BE49-F238E27FC236}">
                  <a16:creationId xmlns:a16="http://schemas.microsoft.com/office/drawing/2014/main" id="{9FD29EF3-A5B2-554A-A307-6BE1BCE8AF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Oval 15">
              <a:extLst>
                <a:ext uri="{FF2B5EF4-FFF2-40B4-BE49-F238E27FC236}">
                  <a16:creationId xmlns:a16="http://schemas.microsoft.com/office/drawing/2014/main" id="{AC1ECAD8-0CF2-934D-AA1E-C108208CDE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492091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DB14DED1-3A58-8C4D-902E-2A9F34043F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354939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65D65157-5719-0341-A807-A8956595FB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217788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A7F23F74-B777-2A4C-8EF9-E798880D59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70">
              <a:extLst>
                <a:ext uri="{FF2B5EF4-FFF2-40B4-BE49-F238E27FC236}">
                  <a16:creationId xmlns:a16="http://schemas.microsoft.com/office/drawing/2014/main" id="{E3B9A050-0AE1-1D4B-A2AC-6EEF64B106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71">
              <a:extLst>
                <a:ext uri="{FF2B5EF4-FFF2-40B4-BE49-F238E27FC236}">
                  <a16:creationId xmlns:a16="http://schemas.microsoft.com/office/drawing/2014/main" id="{C424FE38-F803-8D47-BF56-1B18EC2B1F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Oval 21">
              <a:extLst>
                <a:ext uri="{FF2B5EF4-FFF2-40B4-BE49-F238E27FC236}">
                  <a16:creationId xmlns:a16="http://schemas.microsoft.com/office/drawing/2014/main" id="{E37187F2-9212-0641-97D0-1ACD50B748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492091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C760C651-2AC4-564E-BEAA-AB7FAFE7F7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58B0A1B8-5BA3-3548-9511-B4904D0526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75">
              <a:extLst>
                <a:ext uri="{FF2B5EF4-FFF2-40B4-BE49-F238E27FC236}">
                  <a16:creationId xmlns:a16="http://schemas.microsoft.com/office/drawing/2014/main" id="{424CD779-EE9A-214D-9488-767327E373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76">
              <a:extLst>
                <a:ext uri="{FF2B5EF4-FFF2-40B4-BE49-F238E27FC236}">
                  <a16:creationId xmlns:a16="http://schemas.microsoft.com/office/drawing/2014/main" id="{630D08C6-9EFB-8540-875F-2A55DED2AA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Freeform 77">
              <a:extLst>
                <a:ext uri="{FF2B5EF4-FFF2-40B4-BE49-F238E27FC236}">
                  <a16:creationId xmlns:a16="http://schemas.microsoft.com/office/drawing/2014/main" id="{D7E8DA86-1294-4641-9C52-6E15315064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78">
              <a:extLst>
                <a:ext uri="{FF2B5EF4-FFF2-40B4-BE49-F238E27FC236}">
                  <a16:creationId xmlns:a16="http://schemas.microsoft.com/office/drawing/2014/main" id="{011063C9-2A43-3348-A018-F27FACAA77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Freeform 79">
              <a:extLst>
                <a:ext uri="{FF2B5EF4-FFF2-40B4-BE49-F238E27FC236}">
                  <a16:creationId xmlns:a16="http://schemas.microsoft.com/office/drawing/2014/main" id="{EE85C7DE-D965-244F-BD95-3A05FF4AAC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80">
              <a:extLst>
                <a:ext uri="{FF2B5EF4-FFF2-40B4-BE49-F238E27FC236}">
                  <a16:creationId xmlns:a16="http://schemas.microsoft.com/office/drawing/2014/main" id="{315A1389-149A-3342-A863-637D42FDB2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81">
              <a:extLst>
                <a:ext uri="{FF2B5EF4-FFF2-40B4-BE49-F238E27FC236}">
                  <a16:creationId xmlns:a16="http://schemas.microsoft.com/office/drawing/2014/main" id="{B149CC6F-B6C6-BE46-B451-1BF7D47A89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33" name="Straight Connector 32">
            <a:extLst>
              <a:ext uri="{FF2B5EF4-FFF2-40B4-BE49-F238E27FC236}">
                <a16:creationId xmlns:a16="http://schemas.microsoft.com/office/drawing/2014/main" id="{D33A3282-0389-C547-8CA6-7F3E7F27B3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useBgFill="1">
        <p:nvSpPr>
          <p:cNvPr id="35" name="Rectangle 34">
            <a:extLst>
              <a:ext uri="{FF2B5EF4-FFF2-40B4-BE49-F238E27FC236}">
                <a16:creationId xmlns:a16="http://schemas.microsoft.com/office/drawing/2014/main" id="{4EFE82FE-7465-AE46-88DF-34D347E83B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0FED83-31E4-42B8-BDA7-BD41465B2583}"/>
              </a:ext>
            </a:extLst>
          </p:cNvPr>
          <p:cNvSpPr>
            <a:spLocks noGrp="1"/>
          </p:cNvSpPr>
          <p:nvPr>
            <p:ph type="title"/>
          </p:nvPr>
        </p:nvSpPr>
        <p:spPr>
          <a:xfrm>
            <a:off x="826109" y="2782937"/>
            <a:ext cx="5066001" cy="2866405"/>
          </a:xfrm>
        </p:spPr>
        <p:txBody>
          <a:bodyPr vert="horz" lIns="91440" tIns="45720" rIns="91440" bIns="45720" rtlCol="0" anchor="t">
            <a:normAutofit/>
          </a:bodyPr>
          <a:lstStyle/>
          <a:p>
            <a:r>
              <a:rPr lang="en-US" sz="6000"/>
              <a:t>Thank You</a:t>
            </a:r>
          </a:p>
        </p:txBody>
      </p:sp>
      <p:cxnSp>
        <p:nvCxnSpPr>
          <p:cNvPr id="37" name="Straight Connector 36">
            <a:extLst>
              <a:ext uri="{FF2B5EF4-FFF2-40B4-BE49-F238E27FC236}">
                <a16:creationId xmlns:a16="http://schemas.microsoft.com/office/drawing/2014/main" id="{EEA70831-9A8D-3B4D-8EA5-EE32F93E94E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39" name="Group 38">
            <a:extLst>
              <a:ext uri="{FF2B5EF4-FFF2-40B4-BE49-F238E27FC236}">
                <a16:creationId xmlns:a16="http://schemas.microsoft.com/office/drawing/2014/main" id="{A6B8E30F-B99D-4646-9EF5-E882312911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01388" y="0"/>
            <a:ext cx="5990612" cy="6858001"/>
            <a:chOff x="6201388" y="0"/>
            <a:chExt cx="5990612" cy="6858001"/>
          </a:xfrm>
        </p:grpSpPr>
        <p:sp>
          <p:nvSpPr>
            <p:cNvPr id="40" name="Oval 39">
              <a:extLst>
                <a:ext uri="{FF2B5EF4-FFF2-40B4-BE49-F238E27FC236}">
                  <a16:creationId xmlns:a16="http://schemas.microsoft.com/office/drawing/2014/main" id="{A1C049F8-6165-664F-BADB-1D3E160D8B60}"/>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35">
              <a:extLst>
                <a:ext uri="{FF2B5EF4-FFF2-40B4-BE49-F238E27FC236}">
                  <a16:creationId xmlns:a16="http://schemas.microsoft.com/office/drawing/2014/main" id="{2E4AA6C4-5F76-644E-AC9E-49DAAAE1A7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36">
              <a:extLst>
                <a:ext uri="{FF2B5EF4-FFF2-40B4-BE49-F238E27FC236}">
                  <a16:creationId xmlns:a16="http://schemas.microsoft.com/office/drawing/2014/main" id="{D0F1BCD1-5174-9442-BC14-098FC8F28B12}"/>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Oval 42">
              <a:extLst>
                <a:ext uri="{FF2B5EF4-FFF2-40B4-BE49-F238E27FC236}">
                  <a16:creationId xmlns:a16="http://schemas.microsoft.com/office/drawing/2014/main" id="{7C38B8C2-7FF9-B545-9383-9D2F10BD0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3"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93FAB827-9785-0646-88AC-6BAB2FF0FC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3" y="217788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B5964466-BB35-554E-96AB-6C03B29122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3" y="80636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65">
              <a:extLst>
                <a:ext uri="{FF2B5EF4-FFF2-40B4-BE49-F238E27FC236}">
                  <a16:creationId xmlns:a16="http://schemas.microsoft.com/office/drawing/2014/main" id="{581755C1-0C03-D548-A87C-5D91A00D8E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7" name="Freeform 66">
              <a:extLst>
                <a:ext uri="{FF2B5EF4-FFF2-40B4-BE49-F238E27FC236}">
                  <a16:creationId xmlns:a16="http://schemas.microsoft.com/office/drawing/2014/main" id="{9CE6EA07-B7C1-7E40-B170-85C1AE7CD13C}"/>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8" name="Oval 47">
              <a:extLst>
                <a:ext uri="{FF2B5EF4-FFF2-40B4-BE49-F238E27FC236}">
                  <a16:creationId xmlns:a16="http://schemas.microsoft.com/office/drawing/2014/main" id="{482C64DB-7165-BA4D-B240-B831F7326A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492091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8185AC8F-33E2-6F45-BB99-45AB0771E2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354939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3FE600A1-9FA9-7D44-B151-6D85236CA5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217788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BB8B046A-AEB0-9A43-97BF-9D01EFB101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reeform 71">
              <a:extLst>
                <a:ext uri="{FF2B5EF4-FFF2-40B4-BE49-F238E27FC236}">
                  <a16:creationId xmlns:a16="http://schemas.microsoft.com/office/drawing/2014/main" id="{793800D8-E4A7-D744-AA8A-394F662113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3" name="Freeform 72">
              <a:extLst>
                <a:ext uri="{FF2B5EF4-FFF2-40B4-BE49-F238E27FC236}">
                  <a16:creationId xmlns:a16="http://schemas.microsoft.com/office/drawing/2014/main" id="{8FAF8097-8120-3F48-B883-BACD6450D13B}"/>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4" name="Oval 53">
              <a:extLst>
                <a:ext uri="{FF2B5EF4-FFF2-40B4-BE49-F238E27FC236}">
                  <a16:creationId xmlns:a16="http://schemas.microsoft.com/office/drawing/2014/main" id="{E2640769-9D0C-714C-B41F-F0AF3CB087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492091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5AC7D7C4-C7E0-BE49-B797-AB72BC5414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C127D504-2340-9144-A0C0-BC4BBEA09D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Freeform 76">
              <a:extLst>
                <a:ext uri="{FF2B5EF4-FFF2-40B4-BE49-F238E27FC236}">
                  <a16:creationId xmlns:a16="http://schemas.microsoft.com/office/drawing/2014/main" id="{8266C3BD-4E61-0646-9AA7-5CB786EC27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8" name="Freeform 77">
              <a:extLst>
                <a:ext uri="{FF2B5EF4-FFF2-40B4-BE49-F238E27FC236}">
                  <a16:creationId xmlns:a16="http://schemas.microsoft.com/office/drawing/2014/main" id="{8AEAEE9B-E0B2-D14E-87FD-388F8C496A74}"/>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Freeform 78">
              <a:extLst>
                <a:ext uri="{FF2B5EF4-FFF2-40B4-BE49-F238E27FC236}">
                  <a16:creationId xmlns:a16="http://schemas.microsoft.com/office/drawing/2014/main" id="{1E54CFED-A4D5-7C47-AB58-4F813D231C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0" name="Freeform 79">
              <a:extLst>
                <a:ext uri="{FF2B5EF4-FFF2-40B4-BE49-F238E27FC236}">
                  <a16:creationId xmlns:a16="http://schemas.microsoft.com/office/drawing/2014/main" id="{FF46DF3B-97DE-804E-9D8F-E9A00C5953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1" name="Freeform 80">
              <a:extLst>
                <a:ext uri="{FF2B5EF4-FFF2-40B4-BE49-F238E27FC236}">
                  <a16:creationId xmlns:a16="http://schemas.microsoft.com/office/drawing/2014/main" id="{44486747-B3FE-184E-912A-43A38A3AC2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 name="Freeform 81">
              <a:extLst>
                <a:ext uri="{FF2B5EF4-FFF2-40B4-BE49-F238E27FC236}">
                  <a16:creationId xmlns:a16="http://schemas.microsoft.com/office/drawing/2014/main" id="{CB033255-FCDE-3345-AD92-D9BC51A26B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3" name="Freeform 82">
              <a:extLst>
                <a:ext uri="{FF2B5EF4-FFF2-40B4-BE49-F238E27FC236}">
                  <a16:creationId xmlns:a16="http://schemas.microsoft.com/office/drawing/2014/main" id="{97033299-E214-9A47-95E6-703624E27C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 name="Date Placeholder 2"/>
          <p:cNvSpPr>
            <a:spLocks noGrp="1"/>
          </p:cNvSpPr>
          <p:nvPr>
            <p:ph type="dt" sz="half" idx="10"/>
          </p:nvPr>
        </p:nvSpPr>
        <p:spPr/>
        <p:txBody>
          <a:bodyPr/>
          <a:lstStyle/>
          <a:p>
            <a:fld id="{2C9F830A-C433-43A0-8FFA-63908465D015}" type="datetime1">
              <a:rPr lang="en-US" smtClean="0"/>
              <a:t>2/24/2026</a:t>
            </a:fld>
            <a:endParaRPr lang="en-US" dirty="0"/>
          </a:p>
        </p:txBody>
      </p:sp>
      <p:sp>
        <p:nvSpPr>
          <p:cNvPr id="4" name="Slide Number Placeholder 3"/>
          <p:cNvSpPr>
            <a:spLocks noGrp="1"/>
          </p:cNvSpPr>
          <p:nvPr>
            <p:ph type="sldNum" sz="quarter" idx="12"/>
          </p:nvPr>
        </p:nvSpPr>
        <p:spPr/>
        <p:txBody>
          <a:bodyPr/>
          <a:lstStyle/>
          <a:p>
            <a:fld id="{49ABCAEC-7D34-E549-A96E-FCEDAADBE4B0}" type="slidenum">
              <a:rPr lang="en-US" smtClean="0"/>
              <a:t>30</a:t>
            </a:fld>
            <a:endParaRPr lang="en-US"/>
          </a:p>
        </p:txBody>
      </p:sp>
    </p:spTree>
    <p:extLst>
      <p:ext uri="{BB962C8B-B14F-4D97-AF65-F5344CB8AC3E}">
        <p14:creationId xmlns:p14="http://schemas.microsoft.com/office/powerpoint/2010/main" val="3536537385"/>
      </p:ext>
    </p:extLst>
  </p:cSld>
  <p:clrMapOvr>
    <a:masterClrMapping/>
  </p:clrMapOvr>
</p:sld>
</file>

<file path=ppt/theme/theme1.xml><?xml version="1.0" encoding="utf-8"?>
<a:theme xmlns:a="http://schemas.openxmlformats.org/drawingml/2006/main" name="PunchcardVTI">
  <a:themeElements>
    <a:clrScheme name="AnalogousFromLightSeedRightStep">
      <a:dk1>
        <a:srgbClr val="000000"/>
      </a:dk1>
      <a:lt1>
        <a:srgbClr val="FFFFFF"/>
      </a:lt1>
      <a:dk2>
        <a:srgbClr val="3E3423"/>
      </a:dk2>
      <a:lt2>
        <a:srgbClr val="E2E7E8"/>
      </a:lt2>
      <a:accent1>
        <a:srgbClr val="C1988C"/>
      </a:accent1>
      <a:accent2>
        <a:srgbClr val="B6A17C"/>
      </a:accent2>
      <a:accent3>
        <a:srgbClr val="A4A67E"/>
      </a:accent3>
      <a:accent4>
        <a:srgbClr val="90A974"/>
      </a:accent4>
      <a:accent5>
        <a:srgbClr val="86AB81"/>
      </a:accent5>
      <a:accent6>
        <a:srgbClr val="77AF88"/>
      </a:accent6>
      <a:hlink>
        <a:srgbClr val="5C8A98"/>
      </a:hlink>
      <a:folHlink>
        <a:srgbClr val="7F7F7F"/>
      </a:folHlink>
    </a:clrScheme>
    <a:fontScheme name="Punchcard">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unchcardVTI" id="{C7262591-AF98-8F48-B56D-6342D2439B1A}" vid="{261D9F73-974A-B14E-9EAF-4871CCA60BB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9B0F2AC-8567-4D03-BFFC-653DB596C528}">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7C2F7BF6-CD39-4568-B8BD-EA8D252E100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50455F8-10A0-4EEF-9BB1-9035E295B16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Madison</Template>
  <TotalTime>358</TotalTime>
  <Words>1799</Words>
  <Application>Microsoft Office PowerPoint</Application>
  <PresentationFormat>Widescreen</PresentationFormat>
  <Paragraphs>207</Paragraphs>
  <Slides>30</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Calibri</vt:lpstr>
      <vt:lpstr>Monotype Sorts</vt:lpstr>
      <vt:lpstr>Neue Haas Grotesk Text Pro</vt:lpstr>
      <vt:lpstr>Times New Roman</vt:lpstr>
      <vt:lpstr>Wingdings</vt:lpstr>
      <vt:lpstr>PunchcardVTI</vt:lpstr>
      <vt:lpstr>Process</vt:lpstr>
      <vt:lpstr>Introduction</vt:lpstr>
      <vt:lpstr>Introduction (Cont.) </vt:lpstr>
      <vt:lpstr>Introduction (Cont.)  </vt:lpstr>
      <vt:lpstr>Process Life Cycle</vt:lpstr>
      <vt:lpstr>Process Life Cycle (Cont.) </vt:lpstr>
      <vt:lpstr>Process Life Cycle (Cont.)   </vt:lpstr>
      <vt:lpstr>Process Life Cycle (Cont.)  </vt:lpstr>
      <vt:lpstr>Process Control Block (PCB)</vt:lpstr>
      <vt:lpstr>Process Control Block (PCB)</vt:lpstr>
      <vt:lpstr>PowerPoint Presentation</vt:lpstr>
      <vt:lpstr>Process Control Block (PCB)</vt:lpstr>
      <vt:lpstr>Process Scheduling</vt:lpstr>
      <vt:lpstr>Schedulers</vt:lpstr>
      <vt:lpstr>Long Term Scheduler</vt:lpstr>
      <vt:lpstr>Long Term Scheduler (Cont..)</vt:lpstr>
      <vt:lpstr>Short Term Scheduler</vt:lpstr>
      <vt:lpstr>Short Term Scheduler (Cont..)</vt:lpstr>
      <vt:lpstr>Medium Term Scheduler</vt:lpstr>
      <vt:lpstr>Medium-term scheduler (Cont..)</vt:lpstr>
      <vt:lpstr>Differences </vt:lpstr>
      <vt:lpstr>PowerPoint Presentation</vt:lpstr>
      <vt:lpstr>Context Switching Triggers</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Nazneen  Akhter</cp:lastModifiedBy>
  <cp:revision>283</cp:revision>
  <dcterms:created xsi:type="dcterms:W3CDTF">2022-02-20T02:20:52Z</dcterms:created>
  <dcterms:modified xsi:type="dcterms:W3CDTF">2026-02-24T06:28:20Z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