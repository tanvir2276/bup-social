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3"/>
  </p:notesMasterIdLst>
  <p:sldIdLst>
    <p:sldId id="276" r:id="rId2"/>
    <p:sldId id="256" r:id="rId3"/>
    <p:sldId id="27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E6AEF3-77B5-44C5-8DF7-06E80F5E91A3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171A5-DA12-4B30-B426-F18E661BA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24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https://www.slideshare.net/ImranMirza40/history-of-os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0171A5-DA12-4B30-B426-F18E661BA5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24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9_02.jpg"/>
          <p:cNvPicPr preferRelativeResize="0">
            <a:picLocks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54112" y="0"/>
            <a:ext cx="73152" cy="6858000"/>
          </a:xfrm>
          <a:prstGeom prst="rect">
            <a:avLst/>
          </a:prstGeom>
        </p:spPr>
      </p:pic>
      <p:pic>
        <p:nvPicPr>
          <p:cNvPr id="7" name="Picture 6" descr="1_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0" y="0"/>
            <a:ext cx="1333500" cy="6858000"/>
          </a:xfrm>
          <a:prstGeom prst="rect">
            <a:avLst/>
          </a:prstGeom>
        </p:spPr>
      </p:pic>
      <p:grpSp>
        <p:nvGrpSpPr>
          <p:cNvPr id="4" name="Group 17"/>
          <p:cNvGrpSpPr/>
          <p:nvPr/>
        </p:nvGrpSpPr>
        <p:grpSpPr>
          <a:xfrm>
            <a:off x="0" y="6630352"/>
            <a:ext cx="9144000" cy="228600"/>
            <a:chOff x="0" y="6582727"/>
            <a:chExt cx="9144000" cy="228600"/>
          </a:xfrm>
        </p:grpSpPr>
        <p:sp>
          <p:nvSpPr>
            <p:cNvPr id="10" name="Rectangle 9"/>
            <p:cNvSpPr/>
            <p:nvPr/>
          </p:nvSpPr>
          <p:spPr>
            <a:xfrm>
              <a:off x="7813040" y="6582727"/>
              <a:ext cx="1330960" cy="228600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34101" y="6582727"/>
              <a:ext cx="1609724" cy="228600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6582727"/>
              <a:ext cx="6096000" cy="228600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71600"/>
            <a:ext cx="6781800" cy="1069975"/>
          </a:xfrm>
        </p:spPr>
        <p:txBody>
          <a:bodyPr bIns="0" anchor="b" anchorCtr="0">
            <a:noAutofit/>
          </a:bodyPr>
          <a:lstStyle>
            <a:lvl1pPr>
              <a:defRPr sz="4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438400"/>
            <a:ext cx="6781800" cy="762000"/>
          </a:xfrm>
        </p:spPr>
        <p:txBody>
          <a:bodyPr lIns="0" tIns="0" rIns="0">
            <a:norm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>
          <a:xfrm>
            <a:off x="6210300" y="6610350"/>
            <a:ext cx="1524000" cy="228600"/>
          </a:xfrm>
        </p:spPr>
        <p:txBody>
          <a:bodyPr/>
          <a:lstStyle/>
          <a:p>
            <a:fld id="{A18BEE98-F4B0-43CE-8735-20A20C2D2F8A}" type="datetime1">
              <a:rPr lang="en-US" smtClean="0"/>
              <a:t>2/2/2022</a:t>
            </a:fld>
            <a:endParaRPr lang="en-US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1"/>
          </p:nvPr>
        </p:nvSpPr>
        <p:spPr>
          <a:xfrm>
            <a:off x="7924800" y="6610350"/>
            <a:ext cx="1198880" cy="228600"/>
          </a:xfrm>
        </p:spPr>
        <p:txBody>
          <a:bodyPr/>
          <a:lstStyle/>
          <a:p>
            <a:fld id="{D7A3DA38-5A63-4A5C-BD3B-13EBCE81BA4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>
          <a:xfrm>
            <a:off x="457200" y="6611112"/>
            <a:ext cx="5600700" cy="228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0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32" name="Rectangle 31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bar_06.p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pic>
        <p:nvPicPr>
          <p:cNvPr id="10" name="Picture 9" descr="2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CAB3-EEA8-4F65-B3B4-9A57C34320FD}" type="datetime1">
              <a:rPr lang="en-US" smtClean="0"/>
              <a:t>2/2/2022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2"/>
          <p:cNvGrpSpPr/>
          <p:nvPr/>
        </p:nvGrpSpPr>
        <p:grpSpPr>
          <a:xfrm>
            <a:off x="1438274" y="6629400"/>
            <a:ext cx="7705726" cy="228600"/>
            <a:chOff x="1438274" y="6629400"/>
            <a:chExt cx="7705726" cy="228600"/>
          </a:xfrm>
        </p:grpSpPr>
        <p:sp>
          <p:nvSpPr>
            <p:cNvPr id="27" name="Rectangle 26"/>
            <p:cNvSpPr/>
            <p:nvPr/>
          </p:nvSpPr>
          <p:spPr>
            <a:xfrm>
              <a:off x="8763000" y="662940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42480" y="662940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438274" y="6629400"/>
              <a:ext cx="5663565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5245101"/>
            <a:ext cx="6934199" cy="1155700"/>
          </a:xfrm>
        </p:spPr>
        <p:txBody>
          <a:bodyPr anchor="t">
            <a:normAutofit/>
          </a:bodyPr>
          <a:lstStyle>
            <a:lvl1pPr algn="r">
              <a:defRPr sz="4200" b="0" i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2600" y="4114800"/>
            <a:ext cx="6934199" cy="1130300"/>
          </a:xfrm>
        </p:spPr>
        <p:txBody>
          <a:bodyPr anchor="b"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" name="Picture 9" descr="9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63980" cy="6858000"/>
          </a:xfrm>
          <a:prstGeom prst="rect">
            <a:avLst/>
          </a:prstGeom>
        </p:spPr>
      </p:pic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>
          <a:xfrm>
            <a:off x="7162800" y="6610350"/>
            <a:ext cx="1524000" cy="246888"/>
          </a:xfrm>
        </p:spPr>
        <p:txBody>
          <a:bodyPr/>
          <a:lstStyle/>
          <a:p>
            <a:fld id="{A3AAD76F-3FAF-4787-816F-CCC65EA8F26E}" type="datetime1">
              <a:rPr lang="en-US" smtClean="0"/>
              <a:t>2/2/2022</a:t>
            </a:fld>
            <a:endParaRPr lang="en-US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1"/>
          </p:nvPr>
        </p:nvSpPr>
        <p:spPr>
          <a:xfrm>
            <a:off x="8742680" y="6610350"/>
            <a:ext cx="381000" cy="246888"/>
          </a:xfrm>
        </p:spPr>
        <p:txBody>
          <a:bodyPr/>
          <a:lstStyle/>
          <a:p>
            <a:fld id="{D7A3DA38-5A63-4A5C-BD3B-13EBCE81BA4F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2"/>
          </p:nvPr>
        </p:nvSpPr>
        <p:spPr>
          <a:xfrm>
            <a:off x="1524000" y="6610350"/>
            <a:ext cx="5562600" cy="247650"/>
          </a:xfrm>
        </p:spPr>
        <p:txBody>
          <a:bodyPr/>
          <a:lstStyle/>
          <a:p>
            <a:endParaRPr lang="en-US"/>
          </a:p>
        </p:txBody>
      </p:sp>
      <p:pic>
        <p:nvPicPr>
          <p:cNvPr id="20" name="Picture 19" descr="vert_bar_02.png"/>
          <p:cNvPicPr preferRelativeResize="0">
            <a:picLocks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62456" y="0"/>
            <a:ext cx="731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r_06.png"/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12" name="Picture 11" descr="3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>
          <a:xfrm>
            <a:off x="4648200" y="1981200"/>
            <a:ext cx="40386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grpSp>
        <p:nvGrpSpPr>
          <p:cNvPr id="3" name="Group 14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7" name="Rectangle 16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Date Placeholder 1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A1206E5-10D7-4524-A34E-B8C17795025A}" type="datetime1">
              <a:rPr lang="en-US" smtClean="0"/>
              <a:t>2/2/2022</a:t>
            </a:fld>
            <a:endParaRPr lang="en-US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4040188" cy="411162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4" name="Picture 13" descr="4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3"/>
          </p:nvPr>
        </p:nvSpPr>
        <p:spPr>
          <a:xfrm>
            <a:off x="4648200" y="1981200"/>
            <a:ext cx="4040188" cy="411162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57200" y="2438400"/>
            <a:ext cx="4038600" cy="3657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5"/>
          </p:nvPr>
        </p:nvSpPr>
        <p:spPr>
          <a:xfrm>
            <a:off x="4648200" y="2438400"/>
            <a:ext cx="4038600" cy="3657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16" name="Picture 15" descr="bar_06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grpSp>
        <p:nvGrpSpPr>
          <p:cNvPr id="4" name="Group 17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20" name="Rectangle 19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Date Placeholder 2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DAE07F7-26BE-42F5-8345-CFFD298A9480}" type="datetime1">
              <a:rPr lang="en-US" smtClean="0"/>
              <a:t>2/2/2022</a:t>
            </a:fld>
            <a:endParaRPr lang="en-US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10" name="Picture 9" descr="2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pic>
        <p:nvPicPr>
          <p:cNvPr id="11" name="Picture 10" descr="bar_06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grpSp>
        <p:nvGrpSpPr>
          <p:cNvPr id="3" name="Group 11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3" name="Rectangle 12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FF4ED-B00F-453C-8AA1-1C7F03F14974}" type="datetime1">
              <a:rPr lang="en-US" smtClean="0"/>
              <a:t>2/2/2022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0" name="Rectangle 9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9151-5E1E-48A8-A098-BC52B5AD17F5}" type="datetime1">
              <a:rPr lang="en-US" smtClean="0"/>
              <a:t>2/2/2022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3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sp>
        <p:nvSpPr>
          <p:cNvPr id="13" name="Text Placeholder 2"/>
          <p:cNvSpPr>
            <a:spLocks noGrp="1"/>
          </p:cNvSpPr>
          <p:nvPr>
            <p:ph type="title"/>
          </p:nvPr>
        </p:nvSpPr>
        <p:spPr>
          <a:xfrm>
            <a:off x="457200" y="1524000"/>
            <a:ext cx="3352800" cy="914400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419600" y="1524000"/>
            <a:ext cx="42672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1" y="2514599"/>
            <a:ext cx="3352800" cy="312724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4" name="Picture 13" descr="bar_06.pn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grpSp>
        <p:nvGrpSpPr>
          <p:cNvPr id="2" name="Group 15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7" name="Rectangle 16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Date Placeholder 1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C3CBCC4-8E06-4C16-92FB-B80A7872612B}" type="datetime1">
              <a:rPr lang="en-US" smtClean="0"/>
              <a:t>2/2/2022</a:t>
            </a:fld>
            <a:endParaRPr lang="en-US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5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3" name="Rectangle 12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048"/>
            <a:ext cx="3355848" cy="914400"/>
          </a:xfrm>
        </p:spPr>
        <p:txBody>
          <a:bodyPr anchor="b">
            <a:normAutofit/>
          </a:bodyPr>
          <a:lstStyle>
            <a:lvl1pPr algn="l">
              <a:defRPr lang="en-US" sz="1800" b="1" i="0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5696" y="1554480"/>
            <a:ext cx="4270248" cy="4059936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514600"/>
            <a:ext cx="3355848" cy="312724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n-US" sz="1400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9DEEA-FAA0-43DA-9043-11CE00E0F9D3}" type="datetime1">
              <a:rPr lang="en-US" smtClean="0"/>
              <a:t>2/2/2022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4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pic>
        <p:nvPicPr>
          <p:cNvPr id="9" name="Picture 8" descr="bar_06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419600" y="1524000"/>
            <a:ext cx="4267200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419600" y="5637212"/>
            <a:ext cx="4267200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grpSp>
        <p:nvGrpSpPr>
          <p:cNvPr id="4" name="Group 10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2" name="Rectangle 11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48-03C3-4FC8-B0D3-916C76F72B18}" type="datetime1">
              <a:rPr lang="en-US" smtClean="0"/>
              <a:t>2/2/2022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bar_06.p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pic>
        <p:nvPicPr>
          <p:cNvPr id="14" name="Picture 13" descr="2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89085"/>
            <a:ext cx="2057400" cy="553707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85216"/>
            <a:ext cx="6019800" cy="55412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grpSp>
        <p:nvGrpSpPr>
          <p:cNvPr id="4" name="Group 10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2" name="Rectangle 11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9C48B-1A98-4308-A237-A09BFCF09AE4}" type="datetime1">
              <a:rPr lang="en-US" smtClean="0"/>
              <a:t>2/2/2022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bar_06.p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pic>
        <p:nvPicPr>
          <p:cNvPr id="14" name="Picture 13" descr="2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34000">
                <a:schemeClr val="bg1">
                  <a:lumMod val="75000"/>
                  <a:alpha val="61000"/>
                </a:schemeClr>
              </a:gs>
              <a:gs pos="38000">
                <a:schemeClr val="bg1">
                  <a:lumMod val="75000"/>
                  <a:alpha val="76000"/>
                </a:schemeClr>
              </a:gs>
              <a:gs pos="100000">
                <a:schemeClr val="bg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9144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4144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62800" y="6610350"/>
            <a:ext cx="15240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fld id="{01ECC848-43DA-44A3-B184-43BB5A65A281}" type="datetime1">
              <a:rPr lang="en-US" smtClean="0"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610350"/>
            <a:ext cx="66294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2680" y="6610350"/>
            <a:ext cx="3810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fld id="{D7A3DA38-5A63-4A5C-BD3B-13EBCE81BA4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 typeface="Wingdings" pitchFamily="2" charset="2"/>
        <a:buChar char="§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 typeface="Wingdings" pitchFamily="2" charset="2"/>
        <a:buNone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None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None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Guess the Topic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CAB3-EEA8-4F65-B3B4-9A57C34320FD}" type="datetime1">
              <a:rPr lang="en-US" smtClean="0"/>
              <a:t>2/2/2022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1</a:t>
            </a:fld>
            <a:endParaRPr lang="en-US"/>
          </a:p>
        </p:txBody>
      </p:sp>
      <p:pic>
        <p:nvPicPr>
          <p:cNvPr id="6146" name="Picture 2" descr="The best history books of all time - Pan Macmilla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86000"/>
            <a:ext cx="36576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212263" y="3678380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3103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39211" y="3339825"/>
            <a:ext cx="7473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14062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300" y="609600"/>
            <a:ext cx="6781800" cy="106997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of Operating System 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0" y="5029200"/>
            <a:ext cx="3810000" cy="762000"/>
          </a:xfrm>
        </p:spPr>
        <p:txBody>
          <a:bodyPr>
            <a:noAutofit/>
          </a:bodyPr>
          <a:lstStyle/>
          <a:p>
            <a:r>
              <a:rPr lang="en-US" sz="1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Nazneen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Akhter</a:t>
            </a: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Lecturer</a:t>
            </a:r>
          </a:p>
          <a:p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Dept. of ICT, FST</a:t>
            </a:r>
          </a:p>
          <a:p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Bangladesh University of Professionals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100" name="Picture 4" descr="What is an Operating System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69723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5F850-1D85-4A20-A069-174C6AE2466A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2</a:t>
            </a:fld>
            <a:endParaRPr lang="en-US"/>
          </a:p>
        </p:txBody>
      </p:sp>
      <p:sp>
        <p:nvSpPr>
          <p:cNvPr id="8" name="AutoShape 6" descr="data:image/png;base64,%20iVBORw0KGgoAAAANSUhEUgAAAEkAAABMCAYAAAAhvppvAAAAAXNSR0IArs4c6QAAAARnQU1BAACxjwv8YQUAAAAJcEhZcwAADsMAAA7DAcdvqGQAACKdSURBVHhe7XwHnFTVvf8559YpO9sXlt477C5NFAuKiiBF0ag8SxQTNS8mMT41L8X41JiYF01eNIktiMZCwEIVVBAMIAaUJr0uC7ssbJ2deus5/9/vzgzZwMIOaoqfz/+LszNz7jnn/s73/Oq9d6Tkc2L/O2VjX6tRXziUkAYSQe10swcBs7qUW1wQTgU0UPiH7YJ432j6rKlDXju+t+oJSPVFYFumKyI9izcuNRd8lyhRmGAs0zHzTplQuvvcXdcX8TsGTN+4FprOGpkTnxXEiiHD/mt/6LWX67UhjaYgLLPqVvhcE38BICltATegUCPkpqLE9l/3jN3ErtixNX0oa5z1WmJLysofqvbNfrnJXx43OO7gvzVQPBuICmqUzCxIbvlpj/jtwYnbNqWOZgeWfs8KYtnAwT+v1v/4WpOvPPYVIAiBGiaDnDHQ+D+B3A9X+f9ovjN0aOpodsiaJPHB0P4PHsmdNbvJPyJsCO/EXyWgvGEg6pUmf8VPj/hn8aXlg9KH2kVWJPHlA/r9zwHfrBcbfOc0fQUJygDlbgb5/9TkH/WTw/qLfOmgrIhqd7lizaBu/7M356VZdf6La5OEaF64AuLgjcHozDtOxLE/fPcmxT/Y1fuS2g08jm3o5/Gz1yXd3+ua7ottCJwX4Y0DZOZAEbwucNz7jO/w1ZsrPQbfUDaEJye+wwvbLRhQ4iPk9sLk2od7R2+l43ccwH6nQ3rKtnF86eDezxzNef6P9b5LWpJcdNVcEeWMMCGoRIUw4XOezEWLy5jJKfFJQuQyTpOCCvgIMlMGTlMYIJQLX3QYqEBAB60XPhjvwpL8jMMxJmAR1MV5YT1+COTQh7S4khfSc2VXuJBMJDilARkG43zQrmLuAZ9lBk3QCHPgnESGrwbIlCNzAq4TxjE8D8oL/QmBdnHUklmej5JvFCVW390p+c2SKz/b6y26DZyRpI1vlN3039U5ryxvUkl/zRa3Fsacw6ZCICliA32W0+hIotFh8nFHZo02JRW6DWuhJCSDhELYDY4kFcmu28KpvDWhiX66LXprNm1yZQvIYJZL5RLdoQ2WTAoVzvebhAUEdW3IfmzBWZjLJOFS0lN1RJHM+YqoJl0QtHmOJCBiCVptybREcVB/uOlSoBv8DmxcgcSRGBc0RuqtWrwJxIGVsiabkUpTEYN8Nvlzs19udhm9ON8hj3SJzRx73ebZqVWfijP6pOHcXnpFjjWvVBcERXE5E51B4GJJcJCRqpKgnRWX9FMd2lezeYHiUBX23oHdBeIkC7QnCAuKg+Cwu7RYdkmTA9oncRqDXQXlYHWmRE1YHZBBZcGIJhNywJDpTkNjQDJqHUNzqbYl1giaddiU4LjEoBtqM0nC3AcNmUUge41icgnnCcA58XyockCEW6y4NBeI66E5AjSfcC6oTgUtgXVdlmPOPy8olqSX3CbOqEkIvqxs8C37Au8ubta6dJIcEcN8FwiS4A1VtxDUH1UfzE3EQY1gx0kEBA+A8uPOoumB6sN5BM1XuIi4jChoakAImAgLwEToS2C4kGFRSTBmIA1MD71LKtkGckW9K8E5CFUo5RLQC2kPyZHgXKBpSFSpAsYKJJlwIgmGxhxKYTNQswScgjogDJLng9OCrLSay3RqnnH0+b7RiTmTtn/mLfY0aJckxOzZI37+2PGcHx5MUM9xw1q8dlwA+gBEyimmvoMc8A/b8S98Tzt7WLj3Gb+lm9L98D31t3X/DHAcak1qxhRAGbzPeC6kE/sgsBV74hzYB+XCftgOHHt9sG93v0t+0jH2xG23bbzfazwDzmhuGVyQZ701SLUbVOgNvgRCKaYBwksmVXjHV+vvGGpBW+CV6osnwRe2eePhhX3xlZmrrf6tx+E7HD7RlhmDc2T64CtzbjxP6vjfZMv0kUCjBqp289iQeAu6tQucv130Lrb29tfdzT6QAE3oqwzUKj+so6/Ot/btTnelWs+MrEii5++J9va5W3O8+PHVBpIUgODSy+dupiM3tqRaz4ysSEIU6e4OCK3g/1Dpv7pA+XOp6+YpYnu6qV1kTVJfXRwpUgXkZl9toCYVwjp6KM7hVEv7yJqkbpLTrAoXov6Xr0koOJKPqUTmhd+x/csGBkE/4XZvhWRlaoisScrLozGIEAaG2y8DSIAJEpuQQrkQ7hSFiByV81x4BeElQTboQLjD49jvyyIMUwxFcKOjZsfSTe0i6yWLj/v3mL6h4P2lzb6+cJJ069kDR1pwWh3qp36aw8uTthgYtUmXKCe5BpADRZ4jExr2SfRIDqO7g4rYoqt0rykzCxJEqNey39k24FBGJoaMQ2+PaLiEXrS3Mt18RmRP0l8Gd71hY+67i6L6IIl/PpJQIwIqJ+Mk072+PiHK9ti0pJZTNQqVsAUdwJZBY9AiMAsUrgqEBomo6yyJDf0VMqfQTz92NGZCnYj52OcBlnGTc43d885ruZyO3nEk3XxGfJFNyRqeaYGdlgUs/vumJue5d8N08pum1GmrkFg9ZTYcNCBvRluGj967AWWJAx8kON55M5eufcNgs1c0kyeiYbev3xZfxO4huUS3lzWyJ0mGAonhlYyzAxIEVT2Z4Evy5z9rFlMXWZKynzDwNRTMinCYEcq4lE6f9MJ2PI79TCDRt5uwGQuT7LldzfxC3eAm9oGuZwubgNXasJ4skT1JgsmOEHrmQla2sICgK7UE/826sOj7F1cyoYEr6YNnAyAEx9kJSstWOtLTm8LiMhWI8hjNHig+uFSNGDZWR1khe5IMRbM58WeuGmYD9EEVmiEe3RgmHT8VkpkptL4AoKT3HH+PNY70i911Ypg/wfFKY7bATbYd4o8ZPn+6qV1kLXK1wXMsxtRUDd8+0OjzFFd8jUquHvMJJ+QKGa8bnpU3OAkQLyTbJbJqiuryEN8yZIq4sLgPDzEr+3gLu2xKTD2eZKF0S7vImqTDhpwX5wwL9ayAt25Hy0Ks//gCere4hr5YNsqtHBJypQKHyy4UB7iqLLUSA5lkcaLIBmksC7hzZ0517/3mr8TD/X4iVQeupxUBSbhn4QdiLlOqHDk3/bVdZE1SZYJ3aTKJls0AXH8QEp6u0XxRXVfMKusL2AuVY6X73KvoUwPGij0j8lxS4HKVOYRBXnRasjKaI5mkaajO3/jGFOf7X3+CPDn4Pmm3GCzJjk2r5f6sc25PrlM7K85R/maHaDWW6J5qaR9ZkxR2lQFhwcCrtC8KbmoxJItuXQcRt1SqyQ5ROKe1jfns1YOjpXui19JfDRwn1ld0cuwunCvMEX9HFrxL4ABl2RCNQwN8zu1T3Hu++QT5xeAfyTuVIRLFpFKYILxDIiSHCH0gXhLOyuRQ/ghkHhGH9ks3tYusSBLbB6kNttQLxcrG3HCtudDRigYh0qZGULAZmblEp7CwFh9bsL9MerB5Cnu09HKxenQ3nuwKQU9yPLNSqSlaBmvuWzOv5A98/XHxf0PuZ7voMKbaNlE5uu0UHTizTYAzpRPJlYTIxuJwDAaUY5bcU1R211OtZ0Z2mlRNO1QapJ8BTjcbkhCqYJRDUdaW3BJDIlwSifrY8iODpB9VT2MPlEwRy4b3cevP87tvzJzEv/vNJ+gvhv6YbdUqJAGJliIwJT8VGG0FU4nq3S5onyWUP+EIcshgfckOf4dU65mRFUkbI1L34w7raeHNs3TbGQGdTO/6PqTNZxiAmqWBZmEy9cmRHtKvj1/MXj1/An+y/AG2g5UxxXaoCpkQS2tO2xBE4jbeAQGG2pcOe4AlkwZX6rYprGfll7IiabchjaqylEC2DgyjUYQLKuXEBF5Tbg9oijqYWiKmkIZ4iLlcAZ/Ttua0Bm6ZQrlQnToC9XHWhQquo8qSgns4G5NqOTO8dcMesI3zK8Y/M3vko0++MPKp+XOG3yFW9yn2egCqLHUU3tJhuFlZAHPGBhdMpKie+BQHdjk78fGuMJAF1Ug2LhiDHyMBkiSSsYc0wvnwvNkA19EAVckBWxqNa8c2sWJIh7dfG/6tJ2eNfOqZl0c+unH+0PGZYyAWkea/PuJ7L9X7HvrMUEJ4L62jzPn0fGPhj3ofm0nyCPn6mk7L57f4Rp7NxVsHtOMKmXDno3G0sq6YSlL7WSR1HD7+uhhfNuB2meCNsnYAxkgG8e1cHP4FeS9sMYVlV1riVlOJkWm5xrZXR8YuJQnLfawq9NJbTf4r63BzocdQv91yS6Hx8LXqxqfY0cVD+i4I63e/H1VDdUlBmuG1JSaxd8PKtG1N+aPI8ZyOxyza0wRnly1BCAHas02ySbf++yDE8yxcKgLiVnYdPS3yQ2zrFF0qtkRj4Lazr71xHehf6yzaLdZESja36Oe816xd+VmcUlx/nUHI8oieuxh4aVCH9mHNrqRHHaZhBoynQZXFmGQIymuSxL8/KRdYlOVkaWkngKl5taGww6WH6LAeh7nj4P60B7yhKAGjZ+6J2yWIQsqtVe6u+vX0ONc9uc8KcAoICf7dMVp0NC7rce7Vz948yAPlnCQEVRttWWODu0YrR/rNT/Ogh/fogTdDqmOOLNkQ1YKOOGsRPMgw24eGxOjwT0V5tyNAVNspQWuAAp6xCxIEBQoZ4ax1o7Uv0/VxyuTPc20Jhpjwt9GVglRGvT/R7PGQp1Iywmdu6N81eojRkQdbbitOPHptfnJ/CIoO9EkIRin3y65lOAzijndj/qyBY1wukSW2K2mj14nRfQ+61IU8GYJAe2SdDCQHUklIG2RynrOCu7XPkBUteFUKt+LzwCvVKQPkqcJR0s8k4PpzdUauz0/su6vEeIyO2R/xvHenq7Z/+vPu0Wu+XRhfVaieyFwhLxVuriySEMazdRWnADUy4UjkTZtLdcM/pmPPW+90zQ9DzSIR4M67X3864DnR9yA5BMjoRQ6JC+NPO9WH/0CWNBuweXIq/KSR6p96bx94CZiIoEQtUAEYBouE1hKVi+8UR9//Zc/E9PypqQdQT5wDn6x4sHv4W+OCVg1eB4YTsZig+kDdwFtJ7SctaaCAqK4WKDA+goNAYxWgUSsTKvug9KCUd9GHfOyojU6/Dsd5EEM+p8KxFWLDiwt4pz6IXDqRqSRyoUQZDBFsXGKWW1D7M3d55QfSmpjiaVBGeFwclhoueDMNJIDAKjIWcTqg1vgEd3oqVlNDUmhQRzMOSfulIevwjwYY39ImfHbi5mXrjSAkZDdrFIoAOFGCU6kyKRUHuiZr8yVSq2TplvDJMzBd/r2OEZ4PVauRdjI4Gh1jlaHSJdyS3++2l5kXrBKDLn+fjzjvr865FVucMWU7ec+c/XSMucQ9N/66Ozzye2dQ3Y94suoR8e7BJWxRXVg+4vjw8RtvPpwXycF8dWzA5L/sGubz+jaIZ3o08dEBi5+JKBnWE1LEsY4lRnWTS0sMfNwJ2iVKbeIzI6leKZwgCZilS6rybv/EULuCHyPNDmMweBApO1g/wMf3a2A37UW4JAg80m/we0oj5J7SKH2+VxOfkGtwfNQFyUN4F6QgkTtmKuwDQ5bmSnHp/Y6H5I/6bpM2DtlKX4vukLbsfZZ9XPkaXXHoA3nu0RrpwwiVjrs6BRftPTWCQO1BHwBBh/+qWzN/olsz7aa5NOwwcUHIlH5Q2nLaKwO4Dh3W00fne8jYPXXNLhvY4lJwDYJsiKvd390XvC3d1cMJkna9XTbppTr93v1JScYdj4AGHDfkCvio9PM7a/ApNcizvL5tAS+hdpId/kCnKClWOFvS5BOfJRTySNcwebhzmHeQXXx4yuuLf9FXafgFzLDB0GhlUqe7E5q0y1ClfbZOD7tB1kz8kPPJULzi80mpcd4QWKQP0uYHSiPusz2baVfFJT+pyRM3Hyig3z+cT/YmZdFLd1mpgs9jniozrqMAMo2+uruWHC1Vj5m0LIoPlwF7+wymzK7T/2v3WxVXpLunSKpbNGD4b475f7c8ohVBKeQJY4Bj2ZFkFYcWlA0aF7AWD9bthhNSngTMpX3g+77fISpGBG1mwSIWN/vIj4/ksfur8sgQ3abP92gko/zmKb4Cp8RniHDhDvgmJAO1zXuOCHYWzQlM3ztHa+AlGD84sxLZpcdsiaxu0SBTJmR6XoJ21xyyMqwLfHQQn006GcjbQM1uvDg/uejgxg6DdxlymZkp3kGQ9yJah9/U6n+IvTu4DJsksapf0a8P5f3htbB/RBJWl3E9qJLgwANwwroLbtjy5uGdHYZtNrVhSSja/96ReY5a3FQUF7eVxBk+E7k9rojL8gwSZIIsDvvpJ3FVzChKsBEBS7wf9oFZMooXNlpjUijJx4Fp1tuMtLjgl+E4RuXxIUNcmGMRfIywyZG8cXgMIgndBZo6MmiJkTkW66S6YkZhgozPN8mrjQHyu+M5NArnQY1tDSQ7V6Pka/nGoqkzNj+/4K9dvr0wrF8Wwadl03M70KnKVfIdm/ZY+d2cd6Uhl/X6xosN+t2HklhRpyZCYOcwmEJAEj2nhf0LemnSth0x6erdpuxvfWL0NRU+izzapYUGIWV5+lhQPFidT+Ow0FuK42RyfgLVmgzyOTg/XdriI5DlnyhGcZ/RDT/WrYXeCP3XRHS+HzJ1FFiFqPzD0oi4pTghbYyrdJehnPBJKEMTzFMPPujCHJOMzrHZQUMS9x7Op0vCfgYaSDN9WwNN7eIcq+m+jtZ3fTXF+lM1vl+vj6sh1NpMdzx3FHwUbFbvfJkeYVti7KoDlgSR5+/V0hsAMXV1VOv2Ym3ufZ2mbvlkeoH53KAA9/xPBvhsIqr7/Ga/wCdgBwAZXTVHzG0K0G8eKgASGbk816ArWjT3f4+GyFFbAuFPPRfOiZEQza410DzR5NpywBpoKsjH3mr0eZkhPq953AbtgfnbIgjPMSAgyLUF5vM9pm/65KUa7Qdr4mpnXOfJ3ZGPgyDrtqh0NWuw2dAY6O7JJoTA3a42KHm9Sbt11ZyKm2eMO/bYjXnxBV384gRRuKPHwQwerw2x/6zMJ51Vl7zSu4F8oyTKW8D0NkYV8DOCfBTV6BvN+ExuKnx/GUCZ0THPqg/STXGVT8o32G2FccicTz0DytvZR8iN+YnFN06oemzlvOEz5zRoN9bC+jJa3Ro4dwR4qbPpEMaF0E7evdZAj78+qvhn1eu/rNlYVHFfaf23bitILO8aQL+QyoFw1/BE62I6u+tQAZ3TECC3FsXIwn715OslCQkiES2UoeLK4oLU6Tqcjlh0EXWuTH93PEgWN/r4DkPBnwaemAY/oJwo79cLEh/c3zly5551Xc554bjvZ2DCGq7vdMAjUNUpLKTQQ5gznFY4EEKA53+nxVf6SLX/5UaR1+0nY45d/50O8dfK/Y7ALDVTGAMZJAZG/2x9DrujspAuDeugQar722M5fGHYB4XoqTUgfveEQYMBtwC0ez+F8EyMU0gcvWte3uWlk8dmoKOmxjT2/SP57IOoD68qeV1RLpQP5fxOUXLuQ2Oj1+03tQH/W62/uKxFKxFQ6Z8iUBooE/ISVESVdNP00kHbLHV0xru3BZzIBnXbYysFhy12aWdT2Tl9RvLXXap5PfiBIY1Czm1xUpkvahS+oLqma8DE3mn20Y/jOsMHHtA02wKEczHUZ0KUspkOY4/ZTOQwwS8JmWxagYFP+4tXmwICfyHQlmlkgJELtRotAx/S6AjmNSHXOnJ3R+PBm2+ufeijlaFJvz3mf3Z+WO9qA4OnkweBBHeC8ZPzzbnSwzeWOtuS0uRKS/KdaRDaqAMatceU8ytNaaK2T4ipM44+e3kTfUfD6hNys2Yqa5jT4M6jsFBAEonBQXhvy+dlAN3pIUMmhZBwngPh/srcJJmSnxRIEob+5+qCYi2YMhIE/50WSA5qTj6E+PODVuSmYuOlBztGvjtkZMvat5cV/+DpY4HH3m1Ri1wkCCaC7l5AaEs2nGe0327+j+Lko1TUlPp/u6zLM0/UBW9pMk9lN5P84UJRQJzUpYz00x0yqcBadX1+8pHya+MfVy70ly9o1O/6MKJM3GYoHY5beEkk9SB8NoD0CzNw0V11SKnicBVqbNBOqRqKXoiIsKjTX65BpyyDgB0hwx7mc45dGDKXXVtsPdt1ct32zW8WXfR2c+DBRc3auXuSqawa50GpYK0iBJk3/hCn9dyokYWg0vd3iM/+zqVHv+0d4+8NGDJzX/6yN5p8XTAcIrMey/Dn3IAp8KdPyyM+j/AM6w6cyg8pLrAduShkLbq5MPl8p6u2fdzyzoCyl+tCMz6NS1dvSaq9QOs8stCx4NjTLRSBl02QLNREBEqO/U++4+LJhu/QQQWV6KW5kKvZ+0cFrbdu72DNVSd+tuPAgooL5jXKd62JqBPXJ9RAAtxJJs3xxsLHyblJd7DPFq83BliNAzqfbqcyIzMKjaqne4Yn6ZN27jwh8+q5ZTf9oib43KqI5scCF21ycl6SX52b5BuimthqyHRjEn9D9DcgifjbmnyVkCGaHR0XstaeEzJfGN8tso64qjT/cHDqurA8469xtbzKlkONIKgLhLVOWs8WqNlod0Vwzt6KHTkvaG0aHRSvT+sfXUJ4UizeXzAW5L3jo5g8dqelBMImWAGsHM0LycFcDOvQiblJB9yEGBsy6G4w9T/VB6R68KPomC/PNWM/7JK4Y8zXtszBc54QFzf6/Xkjvvd4tf/xdRHZsxLMpMv9JvAgxPCATeY2Bug6iCKQjIIT+huQLAd2NQiaNUizybCAs/6coPPmzd0jb5EL91bveXPohQsj/qu2JqSpm5Nqt0Og9gI0FgXPhi+Y3ksUsSbp6QOT0q3qkQFn0dW51vxe12xZQ5YP7vWnWv/0j2PSVZtjysg9lgy1J5gTLip9AiQXfzzUR3f4CNCebpDw+iCAVlmMvR/xSYctiaIfghLIfKBL8gfjr9v0NCwJef17GZHwJXOH3/P7o76fQSarYwTA6n1qXoL31R2BP8vCyVa0+KQjtgzh+W+pPAJVFXMSH6gKjCNlul11YZ79zlUdks91mdi4P7kyr3hRrf/mVWHl5tUxrR9ESoJOFP3d6YAajf6mh+KK84P27ovyrNeuCNmv542prT+ysfPAxbXqt1dHpcu2GFqnWqj7TGDjZLkQOVC5TwKrkICIbqqNpRHflZTppwlVaoSoqcE5wG0k7ik1fnzZ9Z8iQeiaPLQp3kdzK2b+/rj/58ugGo6Z3HsYYWIowSH8UayhbiiI82UtProhrnlPUJw8SWbn0WcUaYIM91kt5wStpVeXWC8NnLJ1BVk9oMNbNcFblzarMz+Man1qkkAEjGo9TypAUNIdKo5LgsaOSbnmrCkD4q+QEXtbtrw9/PKFDfLMT2LqFZtNxd9kYfoBmgljWs+Bq0TzKtctcUtRwt1vMJIDnSCloJi3HXNkr4QJQpSYGLKOfrdT/L9HX7v5ldTov6HNqP/im8c2v3FX/iaQe1itK5dC3kKrLJlBZBWX5xkcf4wHqisweTxgKV6Ix0VlBMR39IJYNKLD3G/K+nZDHbohrEw7vKPjuZqgNZdft+mVaXH/QsVhmsXJwKNcUTEXw3GeaYDgUIhGbis0/vDTXs3/2X/ajg/Xru1+6ay1XZ98tk6/992oXrYrISkWaiKcJxMUvA2CPxgAemkOnxIyeKUl08F+m+RDAPoENhYTzzrwP+jbukIuNKMg+cn3OyfvLJu+eTEMOwWtiT8F4oOK7s9Vyz+cV6/f8klC8SVtTs4Jmry36nCIJvRliAqDfRZfG9dpIxAJ4Qj2vm3grqJm4c+ohmqWPS7PWTY53/rDiGs2rdy5sPyi54/6frmkRRtelQTTAu2ZkpfceGdJ8oH+01vWrZ1XOHF5WP7Wyog6foepMrzWhZWHF45awTNNaCxgrrgkJ8mH+m3vh8v409VdSRU3i+00FbzyD/4T8qCAFbu+wJo9s0vzL+ml+2rS05yCM5KEEHv7aCs3h65Z3KTd/15ELd+TkEgpczA1cHtDrhSFlX8aVekkiIQLwj4UBrNijy2c/OQToN/CbDgXMs1ynx2dGDIW/kdH68mSQLzhiQMFD21IKDeNCdiv3tun8ZFDDbmd5zRJ9y1v0SdBTeZrQX/TyixRa7wE0vsGFb5u8TK/Be82H6A5UNowshRSl51JidaCM68F36OC7fT1czIhZGyaVuI8fv7VGxeAOKDvp0e7JGUgVpR1nnNUuROSspnr4krnGpNBlDF5f9UR5+UYpAVKh72GQkKSIAua/RL+Hhd3EXcN772c7JzRJPCX30U6IWN8Zv01hdb/3dCj6VWR9JfQkNU4e2/otgUN6t0bklp+M1TjmTCOxCDwTgyW1x0ULsD8xciAwUuhiD4AmjLQZ4kaU6Z7DIVCYstaIGuXYHA3nZOxfqtmamHyj9P7JZ+jo3bXpqc7I7ImKYPmJWXlc+qUmati2nXr42qHJljAaN3AGlgM91vi/JDJKyGnQj9QAxGwGpLJBofhnVL88THseiosozPEBXtkQUNfCO1T840V1+QZr7/WqN+6LKJfeABSBQaqguQgPHOCd9TSPuDJBkLELYIoWhGwRIhxsh9I2W+qfK8pSX/FoILLg7l7wNwjfNax8bnWvBsKE7ODk3duSc2YHc6aJAS6g5p3Bg1b3uC/+f2wct2GhNolAQRoUFVPCCXdgZoljtiS+Cjuk+4oivIPYzpZ1OyTeoBrDgA7SF6dzbyrjxgeHaAL79MVQiTsqbl8nyGxePr3I/mSK/A2oAvH++gW2WuoeE2bXpsf57cXx8XyFsgqwUOBOdIqGFdpy5CGSBRzti6SI0YG7SPjQvafryhIvl4yecc2IDhlnWeBz0VSa4gPB/ZdWK1PXhXVpmxPyCMrbSUnCeEKL/qrQOeEXMOd2+xnq6I+6eq8mHtu0BIxYGWvqUgBqPR9EGSOgukakIMFISeLQnnQ5FBRrAiC/w8CUAcuU067a5ziJbtFYT9dBslfFwX8YtB0D4HGHjUlVu0qUExjygCVtmy1DA3wTy7JNRZOKHKW0su2HUyL+7nwhUnKQKwbVLDusDRkR1K/YltcunJTXO7TKCS/Cmp3DPKYRoeRSbkJ1wFHNMhn8xD4D/wtP/gTGrZlHnYJ25zQ6bT8ON6KEjqkF0UyR7MlnYC8COT9kO3TJIzfbKjeZTXvKieEs2KYq7dsJ8oD9p6BQfedYT7rvTF96XZasTWcFu8L4UsjqTXElg6Bwwc7jl0SVq74NKletCMmlR+0ZRaD6KTB6mDx6I54F9XF/wkD3kaiAXA+fkhaK0HD8P4dWBdZD/lMDyheww4lUIBiEPDkRYefB1bWV3HcihxnM/ibVVcUWO91KGpeR8+rhtT0y8U/hKTWwN/JLTjiG7ctKc9YGZYv2WGpWrOZSgCRKcx18EIFfsMbBOibUCg8hg4br1Kik8ceHjmQ0ZZpRmJcrrtyWI49Z1KJvZpevK0auvzD8A8nKQNQIGXPoorxbzeody5vUiZshrwH6yxMDZCQDE4WCL/jzU6/97yQHbs8z3pnRnHyhc5Ttv0FOMPE+h+OfxpJGYjaYYE1a6Qp85t8DywLqxWVeL8PaGpLECQPry70gfxmYr614doi8/HRwxuX0Z5VRqrHPwf/dJIyQDN8+Yj/3lfq9Ds3RBUfx4t9raTB/EmB0uG8oB2/pcR86oY+8afoOTuPpQ//U/EvIwkBJkjXzht+y6x67ZFFYb2bAXaF5ocFbgh8z/Q8Y//tJeaPR35t07z0kH8J/qUkZVC3eOgFjxwJPvdGs28gXmfvAJX5TQXJjQ92id0VuHL7p+lu/zL8W5CEiC4dMuzBw8EXl8f0EVeHkqsf6Rf5Bhu3a1/68P9HBjvfGj7mjT+P+nPtslGD003/BiDk/wGqq5EagVOyhQAAAABJRU5ErkJggg=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8" descr="data:image/png;base64,%20iVBORw0KGgoAAAANSUhEUgAAAEkAAABMCAYAAAAhvppvAAAAAXNSR0IArs4c6QAAAARnQU1BAACxjwv8YQUAAAAJcEhZcwAADsMAAA7DAcdvqGQAACKdSURBVHhe7XwHnFTVvf8559YpO9sXlt477C5NFAuKiiBF0ag8SxQTNS8mMT41L8X41JiYF01eNIktiMZCwEIVVBAMIAaUJr0uC7ssbJ2deus5/9/vzgzZwMIOaoqfz/+LszNz7jnn/s73/Oq9d6Tkc2L/O2VjX6tRXziUkAYSQe10swcBs7qUW1wQTgU0UPiH7YJ432j6rKlDXju+t+oJSPVFYFumKyI9izcuNRd8lyhRmGAs0zHzTplQuvvcXdcX8TsGTN+4FprOGpkTnxXEiiHD/mt/6LWX67UhjaYgLLPqVvhcE38BICltATegUCPkpqLE9l/3jN3ErtixNX0oa5z1WmJLysofqvbNfrnJXx43OO7gvzVQPBuICmqUzCxIbvlpj/jtwYnbNqWOZgeWfs8KYtnAwT+v1v/4WpOvPPYVIAiBGiaDnDHQ+D+B3A9X+f9ovjN0aOpodsiaJPHB0P4PHsmdNbvJPyJsCO/EXyWgvGEg6pUmf8VPj/hn8aXlg9KH2kVWJPHlA/r9zwHfrBcbfOc0fQUJygDlbgb5/9TkH/WTw/qLfOmgrIhqd7lizaBu/7M356VZdf6La5OEaF64AuLgjcHozDtOxLE/fPcmxT/Y1fuS2g08jm3o5/Gz1yXd3+ua7ottCJwX4Y0DZOZAEbwucNz7jO/w1ZsrPQbfUDaEJye+wwvbLRhQ4iPk9sLk2od7R2+l43ccwH6nQ3rKtnF86eDezxzNef6P9b5LWpJcdNVcEeWMMCGoRIUw4XOezEWLy5jJKfFJQuQyTpOCCvgIMlMGTlMYIJQLX3QYqEBAB60XPhjvwpL8jMMxJmAR1MV5YT1+COTQh7S4khfSc2VXuJBMJDilARkG43zQrmLuAZ9lBk3QCHPgnESGrwbIlCNzAq4TxjE8D8oL/QmBdnHUklmej5JvFCVW390p+c2SKz/b6y26DZyRpI1vlN3039U5ryxvUkl/zRa3Fsacw6ZCICliA32W0+hIotFh8nFHZo02JRW6DWuhJCSDhELYDY4kFcmu28KpvDWhiX66LXprNm1yZQvIYJZL5RLdoQ2WTAoVzvebhAUEdW3IfmzBWZjLJOFS0lN1RJHM+YqoJl0QtHmOJCBiCVptybREcVB/uOlSoBv8DmxcgcSRGBc0RuqtWrwJxIGVsiabkUpTEYN8Nvlzs19udhm9ON8hj3SJzRx73ebZqVWfijP6pOHcXnpFjjWvVBcERXE5E51B4GJJcJCRqpKgnRWX9FMd2lezeYHiUBX23oHdBeIkC7QnCAuKg+Cwu7RYdkmTA9oncRqDXQXlYHWmRE1YHZBBZcGIJhNywJDpTkNjQDJqHUNzqbYl1giaddiU4LjEoBtqM0nC3AcNmUUge41icgnnCcA58XyockCEW6y4NBeI66E5AjSfcC6oTgUtgXVdlmPOPy8olqSX3CbOqEkIvqxs8C37Au8ubta6dJIcEcN8FwiS4A1VtxDUH1UfzE3EQY1gx0kEBA+A8uPOoumB6sN5BM1XuIi4jChoakAImAgLwEToS2C4kGFRSTBmIA1MD71LKtkGckW9K8E5CFUo5RLQC2kPyZHgXKBpSFSpAsYKJJlwIgmGxhxKYTNQswScgjogDJLng9OCrLSay3RqnnH0+b7RiTmTtn/mLfY0aJckxOzZI37+2PGcHx5MUM9xw1q8dlwA+gBEyimmvoMc8A/b8S98Tzt7WLj3Gb+lm9L98D31t3X/DHAcak1qxhRAGbzPeC6kE/sgsBV74hzYB+XCftgOHHt9sG93v0t+0jH2xG23bbzfazwDzmhuGVyQZ701SLUbVOgNvgRCKaYBwksmVXjHV+vvGGpBW+CV6osnwRe2eePhhX3xlZmrrf6tx+E7HD7RlhmDc2T64CtzbjxP6vjfZMv0kUCjBqp289iQeAu6tQucv130Lrb29tfdzT6QAE3oqwzUKj+so6/Ot/btTnelWs+MrEii5++J9va5W3O8+PHVBpIUgODSy+dupiM3tqRaz4ysSEIU6e4OCK3g/1Dpv7pA+XOp6+YpYnu6qV1kTVJfXRwpUgXkZl9toCYVwjp6KM7hVEv7yJqkbpLTrAoXov6Xr0koOJKPqUTmhd+x/csGBkE/4XZvhWRlaoisScrLozGIEAaG2y8DSIAJEpuQQrkQ7hSFiByV81x4BeElQTboQLjD49jvyyIMUwxFcKOjZsfSTe0i6yWLj/v3mL6h4P2lzb6+cJJ069kDR1pwWh3qp36aw8uTthgYtUmXKCe5BpADRZ4jExr2SfRIDqO7g4rYoqt0rykzCxJEqNey39k24FBGJoaMQ2+PaLiEXrS3Mt18RmRP0l8Gd71hY+67i6L6IIl/PpJQIwIqJ+Mk072+PiHK9ti0pJZTNQqVsAUdwJZBY9AiMAsUrgqEBomo6yyJDf0VMqfQTz92NGZCnYj52OcBlnGTc43d885ruZyO3nEk3XxGfJFNyRqeaYGdlgUs/vumJue5d8N08pum1GmrkFg9ZTYcNCBvRluGj967AWWJAx8kON55M5eufcNgs1c0kyeiYbev3xZfxO4huUS3lzWyJ0mGAonhlYyzAxIEVT2Z4Evy5z9rFlMXWZKynzDwNRTMinCYEcq4lE6f9MJ2PI79TCDRt5uwGQuT7LldzfxC3eAm9oGuZwubgNXasJ4skT1JgsmOEHrmQla2sICgK7UE/826sOj7F1cyoYEr6YNnAyAEx9kJSstWOtLTm8LiMhWI8hjNHig+uFSNGDZWR1khe5IMRbM58WeuGmYD9EEVmiEe3RgmHT8VkpkptL4AoKT3HH+PNY70i911Ypg/wfFKY7bATbYd4o8ZPn+6qV1kLXK1wXMsxtRUDd8+0OjzFFd8jUquHvMJJ+QKGa8bnpU3OAkQLyTbJbJqiuryEN8yZIq4sLgPDzEr+3gLu2xKTD2eZKF0S7vImqTDhpwX5wwL9ayAt25Hy0Ks//gCere4hr5YNsqtHBJypQKHyy4UB7iqLLUSA5lkcaLIBmksC7hzZ0517/3mr8TD/X4iVQeupxUBSbhn4QdiLlOqHDk3/bVdZE1SZYJ3aTKJls0AXH8QEp6u0XxRXVfMKusL2AuVY6X73KvoUwPGij0j8lxS4HKVOYRBXnRasjKaI5mkaajO3/jGFOf7X3+CPDn4Pmm3GCzJjk2r5f6sc25PrlM7K85R/maHaDWW6J5qaR9ZkxR2lQFhwcCrtC8KbmoxJItuXQcRt1SqyQ5ROKe1jfns1YOjpXui19JfDRwn1ld0cuwunCvMEX9HFrxL4ABl2RCNQwN8zu1T3Hu++QT5xeAfyTuVIRLFpFKYILxDIiSHCH0gXhLOyuRQ/ghkHhGH9ks3tYusSBLbB6kNttQLxcrG3HCtudDRigYh0qZGULAZmblEp7CwFh9bsL9MerB5Cnu09HKxenQ3nuwKQU9yPLNSqSlaBmvuWzOv5A98/XHxf0PuZ7voMKbaNlE5uu0UHTizTYAzpRPJlYTIxuJwDAaUY5bcU1R211OtZ0Z2mlRNO1QapJ8BTjcbkhCqYJRDUdaW3BJDIlwSifrY8iODpB9VT2MPlEwRy4b3cevP87tvzJzEv/vNJ+gvhv6YbdUqJAGJliIwJT8VGG0FU4nq3S5onyWUP+EIcshgfckOf4dU65mRFUkbI1L34w7raeHNs3TbGQGdTO/6PqTNZxiAmqWBZmEy9cmRHtKvj1/MXj1/An+y/AG2g5UxxXaoCpkQS2tO2xBE4jbeAQGG2pcOe4AlkwZX6rYprGfll7IiabchjaqylEC2DgyjUYQLKuXEBF5Tbg9oijqYWiKmkIZ4iLlcAZ/Ttua0Bm6ZQrlQnToC9XHWhQquo8qSgns4G5NqOTO8dcMesI3zK8Y/M3vko0++MPKp+XOG3yFW9yn2egCqLHUU3tJhuFlZAHPGBhdMpKie+BQHdjk78fGuMJAF1Ug2LhiDHyMBkiSSsYc0wvnwvNkA19EAVckBWxqNa8c2sWJIh7dfG/6tJ2eNfOqZl0c+unH+0PGZYyAWkea/PuJ7L9X7HvrMUEJ4L62jzPn0fGPhj3ofm0nyCPn6mk7L57f4Rp7NxVsHtOMKmXDno3G0sq6YSlL7WSR1HD7+uhhfNuB2meCNsnYAxkgG8e1cHP4FeS9sMYVlV1riVlOJkWm5xrZXR8YuJQnLfawq9NJbTf4r63BzocdQv91yS6Hx8LXqxqfY0cVD+i4I63e/H1VDdUlBmuG1JSaxd8PKtG1N+aPI8ZyOxyza0wRnly1BCAHas02ySbf++yDE8yxcKgLiVnYdPS3yQ2zrFF0qtkRj4Lazr71xHehf6yzaLdZESja36Oe816xd+VmcUlx/nUHI8oieuxh4aVCH9mHNrqRHHaZhBoynQZXFmGQIymuSxL8/KRdYlOVkaWkngKl5taGww6WH6LAeh7nj4P60B7yhKAGjZ+6J2yWIQsqtVe6u+vX0ONc9uc8KcAoICf7dMVp0NC7rce7Vz948yAPlnCQEVRttWWODu0YrR/rNT/Ogh/fogTdDqmOOLNkQ1YKOOGsRPMgw24eGxOjwT0V5tyNAVNspQWuAAp6xCxIEBQoZ4ax1o7Uv0/VxyuTPc20Jhpjwt9GVglRGvT/R7PGQp1Iywmdu6N81eojRkQdbbitOPHptfnJ/CIoO9EkIRin3y65lOAzijndj/qyBY1wukSW2K2mj14nRfQ+61IU8GYJAe2SdDCQHUklIG2RynrOCu7XPkBUteFUKt+LzwCvVKQPkqcJR0s8k4PpzdUauz0/su6vEeIyO2R/xvHenq7Z/+vPu0Wu+XRhfVaieyFwhLxVuriySEMazdRWnADUy4UjkTZtLdcM/pmPPW+90zQ9DzSIR4M67X3864DnR9yA5BMjoRQ6JC+NPO9WH/0CWNBuweXIq/KSR6p96bx94CZiIoEQtUAEYBouE1hKVi+8UR9//Zc/E9PypqQdQT5wDn6x4sHv4W+OCVg1eB4YTsZig+kDdwFtJ7SctaaCAqK4WKDA+goNAYxWgUSsTKvug9KCUd9GHfOyojU6/Dsd5EEM+p8KxFWLDiwt4pz6IXDqRqSRyoUQZDBFsXGKWW1D7M3d55QfSmpjiaVBGeFwclhoueDMNJIDAKjIWcTqg1vgEd3oqVlNDUmhQRzMOSfulIevwjwYY39ImfHbi5mXrjSAkZDdrFIoAOFGCU6kyKRUHuiZr8yVSq2TplvDJMzBd/r2OEZ4PVauRdjI4Gh1jlaHSJdyS3++2l5kXrBKDLn+fjzjvr865FVucMWU7ec+c/XSMucQ9N/66Ozzye2dQ3Y94suoR8e7BJWxRXVg+4vjw8RtvPpwXycF8dWzA5L/sGubz+jaIZ3o08dEBi5+JKBnWE1LEsY4lRnWTS0sMfNwJ2iVKbeIzI6leKZwgCZilS6rybv/EULuCHyPNDmMweBApO1g/wMf3a2A37UW4JAg80m/we0oj5J7SKH2+VxOfkGtwfNQFyUN4F6QgkTtmKuwDQ5bmSnHp/Y6H5I/6bpM2DtlKX4vukLbsfZZ9XPkaXXHoA3nu0RrpwwiVjrs6BRftPTWCQO1BHwBBh/+qWzN/olsz7aa5NOwwcUHIlH5Q2nLaKwO4Dh3W00fne8jYPXXNLhvY4lJwDYJsiKvd390XvC3d1cMJkna9XTbppTr93v1JScYdj4AGHDfkCvio9PM7a/ApNcizvL5tAS+hdpId/kCnKClWOFvS5BOfJRTySNcwebhzmHeQXXx4yuuLf9FXafgFzLDB0GhlUqe7E5q0y1ClfbZOD7tB1kz8kPPJULzi80mpcd4QWKQP0uYHSiPusz2baVfFJT+pyRM3Hyig3z+cT/YmZdFLd1mpgs9jniozrqMAMo2+uruWHC1Vj5m0LIoPlwF7+wymzK7T/2v3WxVXpLunSKpbNGD4b475f7c8ohVBKeQJY4Bj2ZFkFYcWlA0aF7AWD9bthhNSngTMpX3g+77fISpGBG1mwSIWN/vIj4/ksfur8sgQ3abP92gko/zmKb4Cp8RniHDhDvgmJAO1zXuOCHYWzQlM3ztHa+AlGD84sxLZpcdsiaxu0SBTJmR6XoJ21xyyMqwLfHQQn006GcjbQM1uvDg/uejgxg6DdxlymZkp3kGQ9yJah9/U6n+IvTu4DJsksapf0a8P5f3htbB/RBJWl3E9qJLgwANwwroLbtjy5uGdHYZtNrVhSSja/96ReY5a3FQUF7eVxBk+E7k9rojL8gwSZIIsDvvpJ3FVzChKsBEBS7wf9oFZMooXNlpjUijJx4Fp1tuMtLjgl+E4RuXxIUNcmGMRfIywyZG8cXgMIgndBZo6MmiJkTkW66S6YkZhgozPN8mrjQHyu+M5NArnQY1tDSQ7V6Pka/nGoqkzNj+/4K9dvr0wrF8Wwadl03M70KnKVfIdm/ZY+d2cd6Uhl/X6xosN+t2HklhRpyZCYOcwmEJAEj2nhf0LemnSth0x6erdpuxvfWL0NRU+izzapYUGIWV5+lhQPFidT+Ow0FuK42RyfgLVmgzyOTg/XdriI5DlnyhGcZ/RDT/WrYXeCP3XRHS+HzJ1FFiFqPzD0oi4pTghbYyrdJehnPBJKEMTzFMPPujCHJOMzrHZQUMS9x7Op0vCfgYaSDN9WwNN7eIcq+m+jtZ3fTXF+lM1vl+vj6sh1NpMdzx3FHwUbFbvfJkeYVti7KoDlgSR5+/V0hsAMXV1VOv2Ym3ufZ2mbvlkeoH53KAA9/xPBvhsIqr7/Ga/wCdgBwAZXTVHzG0K0G8eKgASGbk816ArWjT3f4+GyFFbAuFPPRfOiZEQza410DzR5NpywBpoKsjH3mr0eZkhPq953AbtgfnbIgjPMSAgyLUF5vM9pm/65KUa7Qdr4mpnXOfJ3ZGPgyDrtqh0NWuw2dAY6O7JJoTA3a42KHm9Sbt11ZyKm2eMO/bYjXnxBV384gRRuKPHwQwerw2x/6zMJ51Vl7zSu4F8oyTKW8D0NkYV8DOCfBTV6BvN+ExuKnx/GUCZ0THPqg/STXGVT8o32G2FccicTz0DytvZR8iN+YnFN06oemzlvOEz5zRoN9bC+jJa3Ro4dwR4qbPpEMaF0E7evdZAj78+qvhn1eu/rNlYVHFfaf23bitILO8aQL+QyoFw1/BE62I6u+tQAZ3TECC3FsXIwn715OslCQkiES2UoeLK4oLU6Tqcjlh0EXWuTH93PEgWN/r4DkPBnwaemAY/oJwo79cLEh/c3zly5551Xc554bjvZ2DCGq7vdMAjUNUpLKTQQ5gznFY4EEKA53+nxVf6SLX/5UaR1+0nY45d/50O8dfK/Y7ALDVTGAMZJAZG/2x9DrujspAuDeugQar722M5fGHYB4XoqTUgfveEQYMBtwC0ez+F8EyMU0gcvWte3uWlk8dmoKOmxjT2/SP57IOoD68qeV1RLpQP5fxOUXLuQ2Oj1+03tQH/W62/uKxFKxFQ6Z8iUBooE/ISVESVdNP00kHbLHV0xru3BZzIBnXbYysFhy12aWdT2Tl9RvLXXap5PfiBIY1Czm1xUpkvahS+oLqma8DE3mn20Y/jOsMHHtA02wKEczHUZ0KUspkOY4/ZTOQwwS8JmWxagYFP+4tXmwICfyHQlmlkgJELtRotAx/S6AjmNSHXOnJ3R+PBm2+ufeijlaFJvz3mf3Z+WO9qA4OnkweBBHeC8ZPzzbnSwzeWOtuS0uRKS/KdaRDaqAMatceU8ytNaaK2T4ipM44+e3kTfUfD6hNys2Yqa5jT4M6jsFBAEonBQXhvy+dlAN3pIUMmhZBwngPh/srcJJmSnxRIEob+5+qCYi2YMhIE/50WSA5qTj6E+PODVuSmYuOlBztGvjtkZMvat5cV/+DpY4HH3m1Ri1wkCCaC7l5AaEs2nGe0327+j+Lko1TUlPp/u6zLM0/UBW9pMk9lN5P84UJRQJzUpYz00x0yqcBadX1+8pHya+MfVy70ly9o1O/6MKJM3GYoHY5beEkk9SB8NoD0CzNw0V11SKnicBVqbNBOqRqKXoiIsKjTX65BpyyDgB0hwx7mc45dGDKXXVtsPdt1ct32zW8WXfR2c+DBRc3auXuSqawa50GpYK0iBJk3/hCn9dyokYWg0vd3iM/+zqVHv+0d4+8NGDJzX/6yN5p8XTAcIrMey/Dn3IAp8KdPyyM+j/AM6w6cyg8pLrAduShkLbq5MPl8p6u2fdzyzoCyl+tCMz6NS1dvSaq9QOs8stCx4NjTLRSBl02QLNREBEqO/U++4+LJhu/QQQWV6KW5kKvZ+0cFrbdu72DNVSd+tuPAgooL5jXKd62JqBPXJ9RAAtxJJs3xxsLHyblJd7DPFq83BliNAzqfbqcyIzMKjaqne4Yn6ZN27jwh8+q5ZTf9oib43KqI5scCF21ycl6SX52b5BuimthqyHRjEn9D9DcgifjbmnyVkCGaHR0XstaeEzJfGN8tso64qjT/cHDqurA8469xtbzKlkONIKgLhLVOWs8WqNlod0Vwzt6KHTkvaG0aHRSvT+sfXUJ4UizeXzAW5L3jo5g8dqelBMImWAGsHM0LycFcDOvQiblJB9yEGBsy6G4w9T/VB6R68KPomC/PNWM/7JK4Y8zXtszBc54QFzf6/Xkjvvd4tf/xdRHZsxLMpMv9JvAgxPCATeY2Bug6iCKQjIIT+huQLAd2NQiaNUizybCAs/6coPPmzd0jb5EL91bveXPohQsj/qu2JqSpm5Nqt0Og9gI0FgXPhi+Y3ksUsSbp6QOT0q3qkQFn0dW51vxe12xZQ5YP7vWnWv/0j2PSVZtjysg9lgy1J5gTLip9AiQXfzzUR3f4CNCebpDw+iCAVlmMvR/xSYctiaIfghLIfKBL8gfjr9v0NCwJef17GZHwJXOH3/P7o76fQSarYwTA6n1qXoL31R2BP8vCyVa0+KQjtgzh+W+pPAJVFXMSH6gKjCNlul11YZ79zlUdks91mdi4P7kyr3hRrf/mVWHl5tUxrR9ESoJOFP3d6YAajf6mh+KK84P27ovyrNeuCNmv542prT+ysfPAxbXqt1dHpcu2GFqnWqj7TGDjZLkQOVC5TwKrkICIbqqNpRHflZTppwlVaoSoqcE5wG0k7ik1fnzZ9Z8iQeiaPLQp3kdzK2b+/rj/58ugGo6Z3HsYYWIowSH8UayhbiiI82UtProhrnlPUJw8SWbn0WcUaYIM91kt5wStpVeXWC8NnLJ1BVk9oMNbNcFblzarMz+Man1qkkAEjGo9TypAUNIdKo5LgsaOSbnmrCkD4q+QEXtbtrw9/PKFDfLMT2LqFZtNxd9kYfoBmgljWs+Bq0TzKtctcUtRwt1vMJIDnSCloJi3HXNkr4QJQpSYGLKOfrdT/L9HX7v5ldTov6HNqP/im8c2v3FX/iaQe1itK5dC3kKrLJlBZBWX5xkcf4wHqisweTxgKV6Ix0VlBMR39IJYNKLD3G/K+nZDHbohrEw7vKPjuZqgNZdft+mVaXH/QsVhmsXJwKNcUTEXw3GeaYDgUIhGbis0/vDTXs3/2X/ajg/Xru1+6ay1XZ98tk6/992oXrYrISkWaiKcJxMUvA2CPxgAemkOnxIyeKUl08F+m+RDAPoENhYTzzrwP+jbukIuNKMg+cn3OyfvLJu+eTEMOwWtiT8F4oOK7s9Vyz+cV6/f8klC8SVtTs4Jmry36nCIJvRliAqDfRZfG9dpIxAJ4Qj2vm3grqJm4c+ohmqWPS7PWTY53/rDiGs2rdy5sPyi54/6frmkRRtelQTTAu2ZkpfceGdJ8oH+01vWrZ1XOHF5WP7Wyog6foepMrzWhZWHF45awTNNaCxgrrgkJ8mH+m3vh8v409VdSRU3i+00FbzyD/4T8qCAFbu+wJo9s0vzL+ml+2rS05yCM5KEEHv7aCs3h65Z3KTd/15ELd+TkEgpczA1cHtDrhSFlX8aVekkiIQLwj4UBrNijy2c/OQToN/CbDgXMs1ynx2dGDIW/kdH68mSQLzhiQMFD21IKDeNCdiv3tun8ZFDDbmd5zRJ9y1v0SdBTeZrQX/TyixRa7wE0vsGFb5u8TK/Be82H6A5UNowshRSl51JidaCM68F36OC7fT1czIhZGyaVuI8fv7VGxeAOKDvp0e7JGUgVpR1nnNUuROSspnr4krnGpNBlDF5f9UR5+UYpAVKh72GQkKSIAua/RL+Hhd3EXcN772c7JzRJPCX30U6IWN8Zv01hdb/3dCj6VWR9JfQkNU4e2/otgUN6t0bklp+M1TjmTCOxCDwTgyW1x0ULsD8xciAwUuhiD4AmjLQZ4kaU6Z7DIVCYstaIGuXYHA3nZOxfqtmamHyj9P7JZ+jo3bXpqc7I7ImKYPmJWXlc+qUmati2nXr42qHJljAaN3AGlgM91vi/JDJKyGnQj9QAxGwGpLJBofhnVL88THseiosozPEBXtkQUNfCO1T840V1+QZr7/WqN+6LKJfeABSBQaqguQgPHOCd9TSPuDJBkLELYIoWhGwRIhxsh9I2W+qfK8pSX/FoILLg7l7wNwjfNax8bnWvBsKE7ODk3duSc2YHc6aJAS6g5p3Bg1b3uC/+f2wct2GhNolAQRoUFVPCCXdgZoljtiS+Cjuk+4oivIPYzpZ1OyTeoBrDgA7SF6dzbyrjxgeHaAL79MVQiTsqbl8nyGxePr3I/mSK/A2oAvH++gW2WuoeE2bXpsf57cXx8XyFsgqwUOBOdIqGFdpy5CGSBRzti6SI0YG7SPjQvafryhIvl4yecc2IDhlnWeBz0VSa4gPB/ZdWK1PXhXVpmxPyCMrbSUnCeEKL/qrQOeEXMOd2+xnq6I+6eq8mHtu0BIxYGWvqUgBqPR9EGSOgukakIMFISeLQnnQ5FBRrAiC/w8CUAcuU067a5ziJbtFYT9dBslfFwX8YtB0D4HGHjUlVu0qUExjygCVtmy1DA3wTy7JNRZOKHKW0su2HUyL+7nwhUnKQKwbVLDusDRkR1K/YltcunJTXO7TKCS/Cmp3DPKYRoeRSbkJ1wFHNMhn8xD4D/wtP/gTGrZlHnYJ25zQ6bT8ON6KEjqkF0UyR7MlnYC8COT9kO3TJIzfbKjeZTXvKieEs2KYq7dsJ8oD9p6BQfedYT7rvTF96XZasTWcFu8L4UsjqTXElg6Bwwc7jl0SVq74NKletCMmlR+0ZRaD6KTB6mDx6I54F9XF/wkD3kaiAXA+fkhaK0HD8P4dWBdZD/lMDyheww4lUIBiEPDkRYefB1bWV3HcihxnM/ibVVcUWO91KGpeR8+rhtT0y8U/hKTWwN/JLTjiG7ctKc9YGZYv2WGpWrOZSgCRKcx18EIFfsMbBOibUCg8hg4br1Kik8ceHjmQ0ZZpRmJcrrtyWI49Z1KJvZpevK0auvzD8A8nKQNQIGXPoorxbzeody5vUiZshrwH6yxMDZCQDE4WCL/jzU6/97yQHbs8z3pnRnHyhc5Ttv0FOMPE+h+OfxpJGYjaYYE1a6Qp85t8DywLqxWVeL8PaGpLECQPry70gfxmYr614doi8/HRwxuX0Z5VRqrHPwf/dJIyQDN8+Yj/3lfq9Ds3RBUfx4t9raTB/EmB0uG8oB2/pcR86oY+8afoOTuPpQ//U/EvIwkBJkjXzht+y6x67ZFFYb2bAXaF5ocFbgh8z/Q8Y//tJeaPR35t07z0kH8J/qUkZVC3eOgFjxwJPvdGs28gXmfvAJX5TQXJjQ92id0VuHL7p+lu/zL8W5CEiC4dMuzBw8EXl8f0EVeHkqsf6Rf5Bhu3a1/68P9HBjvfGj7mjT+P+nPtslGD003/BiDk/wGqq5EagVOyhQAAAABJRU5ErkJggg=="/>
          <p:cNvSpPr>
            <a:spLocks noChangeAspect="1" noChangeArrowheads="1"/>
          </p:cNvSpPr>
          <p:nvPr/>
        </p:nvSpPr>
        <p:spPr bwMode="auto">
          <a:xfrm>
            <a:off x="36512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0" descr="data:image/png;base64,%20iVBORw0KGgoAAAANSUhEUgAAAEkAAABMCAYAAAAhvppvAAAAAXNSR0IArs4c6QAAAARnQU1BAACxjwv8YQUAAAAJcEhZcwAADsMAAA7DAcdvqGQAACKdSURBVHhe7XwHnFTVvf8559YpO9sXlt477C5NFAuKiiBF0ag8SxQTNS8mMT41L8X41JiYF01eNIktiMZCwEIVVBAMIAaUJr0uC7ssbJ2deus5/9/vzgzZwMIOaoqfz/+LszNz7jnn/s73/Oq9d6Tkc2L/O2VjX6tRXziUkAYSQe10swcBs7qUW1wQTgU0UPiH7YJ432j6rKlDXju+t+oJSPVFYFumKyI9izcuNRd8lyhRmGAs0zHzTplQuvvcXdcX8TsGTN+4FprOGpkTnxXEiiHD/mt/6LWX67UhjaYgLLPqVvhcE38BICltATegUCPkpqLE9l/3jN3ErtixNX0oa5z1WmJLysofqvbNfrnJXx43OO7gvzVQPBuICmqUzCxIbvlpj/jtwYnbNqWOZgeWfs8KYtnAwT+v1v/4WpOvPPYVIAiBGiaDnDHQ+D+B3A9X+f9ovjN0aOpodsiaJPHB0P4PHsmdNbvJPyJsCO/EXyWgvGEg6pUmf8VPj/hn8aXlg9KH2kVWJPHlA/r9zwHfrBcbfOc0fQUJygDlbgb5/9TkH/WTw/qLfOmgrIhqd7lizaBu/7M356VZdf6La5OEaF64AuLgjcHozDtOxLE/fPcmxT/Y1fuS2g08jm3o5/Gz1yXd3+ua7ottCJwX4Y0DZOZAEbwucNz7jO/w1ZsrPQbfUDaEJye+wwvbLRhQ4iPk9sLk2od7R2+l43ccwH6nQ3rKtnF86eDezxzNef6P9b5LWpJcdNVcEeWMMCGoRIUw4XOezEWLy5jJKfFJQuQyTpOCCvgIMlMGTlMYIJQLX3QYqEBAB60XPhjvwpL8jMMxJmAR1MV5YT1+COTQh7S4khfSc2VXuJBMJDilARkG43zQrmLuAZ9lBk3QCHPgnESGrwbIlCNzAq4TxjE8D8oL/QmBdnHUklmej5JvFCVW390p+c2SKz/b6y26DZyRpI1vlN3039U5ryxvUkl/zRa3Fsacw6ZCICliA32W0+hIotFh8nFHZo02JRW6DWuhJCSDhELYDY4kFcmu28KpvDWhiX66LXprNm1yZQvIYJZL5RLdoQ2WTAoVzvebhAUEdW3IfmzBWZjLJOFS0lN1RJHM+YqoJl0QtHmOJCBiCVptybREcVB/uOlSoBv8DmxcgcSRGBc0RuqtWrwJxIGVsiabkUpTEYN8Nvlzs19udhm9ON8hj3SJzRx73ebZqVWfijP6pOHcXnpFjjWvVBcERXE5E51B4GJJcJCRqpKgnRWX9FMd2lezeYHiUBX23oHdBeIkC7QnCAuKg+Cwu7RYdkmTA9oncRqDXQXlYHWmRE1YHZBBZcGIJhNywJDpTkNjQDJqHUNzqbYl1giaddiU4LjEoBtqM0nC3AcNmUUge41icgnnCcA58XyockCEW6y4NBeI66E5AjSfcC6oTgUtgXVdlmPOPy8olqSX3CbOqEkIvqxs8C37Au8ubta6dJIcEcN8FwiS4A1VtxDUH1UfzE3EQY1gx0kEBA+A8uPOoumB6sN5BM1XuIi4jChoakAImAgLwEToS2C4kGFRSTBmIA1MD71LKtkGckW9K8E5CFUo5RLQC2kPyZHgXKBpSFSpAsYKJJlwIgmGxhxKYTNQswScgjogDJLng9OCrLSay3RqnnH0+b7RiTmTtn/mLfY0aJckxOzZI37+2PGcHx5MUM9xw1q8dlwA+gBEyimmvoMc8A/b8S98Tzt7WLj3Gb+lm9L98D31t3X/DHAcak1qxhRAGbzPeC6kE/sgsBV74hzYB+XCftgOHHt9sG93v0t+0jH2xG23bbzfazwDzmhuGVyQZ701SLUbVOgNvgRCKaYBwksmVXjHV+vvGGpBW+CV6osnwRe2eePhhX3xlZmrrf6tx+E7HD7RlhmDc2T64CtzbjxP6vjfZMv0kUCjBqp289iQeAu6tQucv130Lrb29tfdzT6QAE3oqwzUKj+so6/Ot/btTnelWs+MrEii5++J9va5W3O8+PHVBpIUgODSy+dupiM3tqRaz4ysSEIU6e4OCK3g/1Dpv7pA+XOp6+YpYnu6qV1kTVJfXRwpUgXkZl9toCYVwjp6KM7hVEv7yJqkbpLTrAoXov6Xr0koOJKPqUTmhd+x/csGBkE/4XZvhWRlaoisScrLozGIEAaG2y8DSIAJEpuQQrkQ7hSFiByV81x4BeElQTboQLjD49jvyyIMUwxFcKOjZsfSTe0i6yWLj/v3mL6h4P2lzb6+cJJ069kDR1pwWh3qp36aw8uTthgYtUmXKCe5BpADRZ4jExr2SfRIDqO7g4rYoqt0rykzCxJEqNey39k24FBGJoaMQ2+PaLiEXrS3Mt18RmRP0l8Gd71hY+67i6L6IIl/PpJQIwIqJ+Mk072+PiHK9ti0pJZTNQqVsAUdwJZBY9AiMAsUrgqEBomo6yyJDf0VMqfQTz92NGZCnYj52OcBlnGTc43d885ruZyO3nEk3XxGfJFNyRqeaYGdlgUs/vumJue5d8N08pum1GmrkFg9ZTYcNCBvRluGj967AWWJAx8kON55M5eufcNgs1c0kyeiYbev3xZfxO4huUS3lzWyJ0mGAonhlYyzAxIEVT2Z4Evy5z9rFlMXWZKynzDwNRTMinCYEcq4lE6f9MJ2PI79TCDRt5uwGQuT7LldzfxC3eAm9oGuZwubgNXasJ4skT1JgsmOEHrmQla2sICgK7UE/826sOj7F1cyoYEr6YNnAyAEx9kJSstWOtLTm8LiMhWI8hjNHig+uFSNGDZWR1khe5IMRbM58WeuGmYD9EEVmiEe3RgmHT8VkpkptL4AoKT3HH+PNY70i911Ypg/wfFKY7bATbYd4o8ZPn+6qV1kLXK1wXMsxtRUDd8+0OjzFFd8jUquHvMJJ+QKGa8bnpU3OAkQLyTbJbJqiuryEN8yZIq4sLgPDzEr+3gLu2xKTD2eZKF0S7vImqTDhpwX5wwL9ayAt25Hy0Ks//gCere4hr5YNsqtHBJypQKHyy4UB7iqLLUSA5lkcaLIBmksC7hzZ0517/3mr8TD/X4iVQeupxUBSbhn4QdiLlOqHDk3/bVdZE1SZYJ3aTKJls0AXH8QEp6u0XxRXVfMKusL2AuVY6X73KvoUwPGij0j8lxS4HKVOYRBXnRasjKaI5mkaajO3/jGFOf7X3+CPDn4Pmm3GCzJjk2r5f6sc25PrlM7K85R/maHaDWW6J5qaR9ZkxR2lQFhwcCrtC8KbmoxJItuXQcRt1SqyQ5ROKe1jfns1YOjpXui19JfDRwn1ld0cuwunCvMEX9HFrxL4ABl2RCNQwN8zu1T3Hu++QT5xeAfyTuVIRLFpFKYILxDIiSHCH0gXhLOyuRQ/ghkHhGH9ks3tYusSBLbB6kNttQLxcrG3HCtudDRigYh0qZGULAZmblEp7CwFh9bsL9MerB5Cnu09HKxenQ3nuwKQU9yPLNSqSlaBmvuWzOv5A98/XHxf0PuZ7voMKbaNlE5uu0UHTizTYAzpRPJlYTIxuJwDAaUY5bcU1R211OtZ0Z2mlRNO1QapJ8BTjcbkhCqYJRDUdaW3BJDIlwSifrY8iODpB9VT2MPlEwRy4b3cevP87tvzJzEv/vNJ+gvhv6YbdUqJAGJliIwJT8VGG0FU4nq3S5onyWUP+EIcshgfckOf4dU65mRFUkbI1L34w7raeHNs3TbGQGdTO/6PqTNZxiAmqWBZmEy9cmRHtKvj1/MXj1/An+y/AG2g5UxxXaoCpkQS2tO2xBE4jbeAQGG2pcOe4AlkwZX6rYprGfll7IiabchjaqylEC2DgyjUYQLKuXEBF5Tbg9oijqYWiKmkIZ4iLlcAZ/Ttua0Bm6ZQrlQnToC9XHWhQquo8qSgns4G5NqOTO8dcMesI3zK8Y/M3vko0++MPKp+XOG3yFW9yn2egCqLHUU3tJhuFlZAHPGBhdMpKie+BQHdjk78fGuMJAF1Ug2LhiDHyMBkiSSsYc0wvnwvNkA19EAVckBWxqNa8c2sWJIh7dfG/6tJ2eNfOqZl0c+unH+0PGZYyAWkea/PuJ7L9X7HvrMUEJ4L62jzPn0fGPhj3ofm0nyCPn6mk7L57f4Rp7NxVsHtOMKmXDno3G0sq6YSlL7WSR1HD7+uhhfNuB2meCNsnYAxkgG8e1cHP4FeS9sMYVlV1riVlOJkWm5xrZXR8YuJQnLfawq9NJbTf4r63BzocdQv91yS6Hx8LXqxqfY0cVD+i4I63e/H1VDdUlBmuG1JSaxd8PKtG1N+aPI8ZyOxyza0wRnly1BCAHas02ySbf++yDE8yxcKgLiVnYdPS3yQ2zrFF0qtkRj4Lazr71xHehf6yzaLdZESja36Oe816xd+VmcUlx/nUHI8oieuxh4aVCH9mHNrqRHHaZhBoynQZXFmGQIymuSxL8/KRdYlOVkaWkngKl5taGww6WH6LAeh7nj4P60B7yhKAGjZ+6J2yWIQsqtVe6u+vX0ONc9uc8KcAoICf7dMVp0NC7rce7Vz948yAPlnCQEVRttWWODu0YrR/rNT/Ogh/fogTdDqmOOLNkQ1YKOOGsRPMgw24eGxOjwT0V5tyNAVNspQWuAAp6xCxIEBQoZ4ax1o7Uv0/VxyuTPc20Jhpjwt9GVglRGvT/R7PGQp1Iywmdu6N81eojRkQdbbitOPHptfnJ/CIoO9EkIRin3y65lOAzijndj/qyBY1wukSW2K2mj14nRfQ+61IU8GYJAe2SdDCQHUklIG2RynrOCu7XPkBUteFUKt+LzwCvVKQPkqcJR0s8k4PpzdUauz0/su6vEeIyO2R/xvHenq7Z/+vPu0Wu+XRhfVaieyFwhLxVuriySEMazdRWnADUy4UjkTZtLdcM/pmPPW+90zQ9DzSIR4M67X3864DnR9yA5BMjoRQ6JC+NPO9WH/0CWNBuweXIq/KSR6p96bx94CZiIoEQtUAEYBouE1hKVi+8UR9//Zc/E9PypqQdQT5wDn6x4sHv4W+OCVg1eB4YTsZig+kDdwFtJ7SctaaCAqK4WKDA+goNAYxWgUSsTKvug9KCUd9GHfOyojU6/Dsd5EEM+p8KxFWLDiwt4pz6IXDqRqSRyoUQZDBFsXGKWW1D7M3d55QfSmpjiaVBGeFwclhoueDMNJIDAKjIWcTqg1vgEd3oqVlNDUmhQRzMOSfulIevwjwYY39ImfHbi5mXrjSAkZDdrFIoAOFGCU6kyKRUHuiZr8yVSq2TplvDJMzBd/r2OEZ4PVauRdjI4Gh1jlaHSJdyS3++2l5kXrBKDLn+fjzjvr865FVucMWU7ec+c/XSMucQ9N/66Ozzye2dQ3Y94suoR8e7BJWxRXVg+4vjw8RtvPpwXycF8dWzA5L/sGubz+jaIZ3o08dEBi5+JKBnWE1LEsY4lRnWTS0sMfNwJ2iVKbeIzI6leKZwgCZilS6rybv/EULuCHyPNDmMweBApO1g/wMf3a2A37UW4JAg80m/we0oj5J7SKH2+VxOfkGtwfNQFyUN4F6QgkTtmKuwDQ5bmSnHp/Y6H5I/6bpM2DtlKX4vukLbsfZZ9XPkaXXHoA3nu0RrpwwiVjrs6BRftPTWCQO1BHwBBh/+qWzN/olsz7aa5NOwwcUHIlH5Q2nLaKwO4Dh3W00fne8jYPXXNLhvY4lJwDYJsiKvd390XvC3d1cMJkna9XTbppTr93v1JScYdj4AGHDfkCvio9PM7a/ApNcizvL5tAS+hdpId/kCnKClWOFvS5BOfJRTySNcwebhzmHeQXXx4yuuLf9FXafgFzLDB0GhlUqe7E5q0y1ClfbZOD7tB1kz8kPPJULzi80mpcd4QWKQP0uYHSiPusz2baVfFJT+pyRM3Hyig3z+cT/YmZdFLd1mpgs9jniozrqMAMo2+uruWHC1Vj5m0LIoPlwF7+wymzK7T/2v3WxVXpLunSKpbNGD4b475f7c8ohVBKeQJY4Bj2ZFkFYcWlA0aF7AWD9bthhNSngTMpX3g+77fISpGBG1mwSIWN/vIj4/ksfur8sgQ3abP92gko/zmKb4Cp8RniHDhDvgmJAO1zXuOCHYWzQlM3ztHa+AlGD84sxLZpcdsiaxu0SBTJmR6XoJ21xyyMqwLfHQQn006GcjbQM1uvDg/uejgxg6DdxlymZkp3kGQ9yJah9/U6n+IvTu4DJsksapf0a8P5f3htbB/RBJWl3E9qJLgwANwwroLbtjy5uGdHYZtNrVhSSja/96ReY5a3FQUF7eVxBk+E7k9rojL8gwSZIIsDvvpJ3FVzChKsBEBS7wf9oFZMooXNlpjUijJx4Fp1tuMtLjgl+E4RuXxIUNcmGMRfIywyZG8cXgMIgndBZo6MmiJkTkW66S6YkZhgozPN8mrjQHyu+M5NArnQY1tDSQ7V6Pka/nGoqkzNj+/4K9dvr0wrF8Wwadl03M70KnKVfIdm/ZY+d2cd6Uhl/X6xosN+t2HklhRpyZCYOcwmEJAEj2nhf0LemnSth0x6erdpuxvfWL0NRU+izzapYUGIWV5+lhQPFidT+Ow0FuK42RyfgLVmgzyOTg/XdriI5DlnyhGcZ/RDT/WrYXeCP3XRHS+HzJ1FFiFqPzD0oi4pTghbYyrdJehnPBJKEMTzFMPPujCHJOMzrHZQUMS9x7Op0vCfgYaSDN9WwNN7eIcq+m+jtZ3fTXF+lM1vl+vj6sh1NpMdzx3FHwUbFbvfJkeYVti7KoDlgSR5+/V0hsAMXV1VOv2Ym3ufZ2mbvlkeoH53KAA9/xPBvhsIqr7/Ga/wCdgBwAZXTVHzG0K0G8eKgASGbk816ArWjT3f4+GyFFbAuFPPRfOiZEQza410DzR5NpywBpoKsjH3mr0eZkhPq953AbtgfnbIgjPMSAgyLUF5vM9pm/65KUa7Qdr4mpnXOfJ3ZGPgyDrtqh0NWuw2dAY6O7JJoTA3a42KHm9Sbt11ZyKm2eMO/bYjXnxBV384gRRuKPHwQwerw2x/6zMJ51Vl7zSu4F8oyTKW8D0NkYV8DOCfBTV6BvN+ExuKnx/GUCZ0THPqg/STXGVT8o32G2FccicTz0DytvZR8iN+YnFN06oemzlvOEz5zRoN9bC+jJa3Ro4dwR4qbPpEMaF0E7evdZAj78+qvhn1eu/rNlYVHFfaf23bitILO8aQL+QyoFw1/BE62I6u+tQAZ3TECC3FsXIwn715OslCQkiES2UoeLK4oLU6Tqcjlh0EXWuTH93PEgWN/r4DkPBnwaemAY/oJwo79cLEh/c3zly5551Xc554bjvZ2DCGq7vdMAjUNUpLKTQQ5gznFY4EEKA53+nxVf6SLX/5UaR1+0nY45d/50O8dfK/Y7ALDVTGAMZJAZG/2x9DrujspAuDeugQar722M5fGHYB4XoqTUgfveEQYMBtwC0ez+F8EyMU0gcvWte3uWlk8dmoKOmxjT2/SP57IOoD68qeV1RLpQP5fxOUXLuQ2Oj1+03tQH/W62/uKxFKxFQ6Z8iUBooE/ISVESVdNP00kHbLHV0xru3BZzIBnXbYysFhy12aWdT2Tl9RvLXXap5PfiBIY1Czm1xUpkvahS+oLqma8DE3mn20Y/jOsMHHtA02wKEczHUZ0KUspkOY4/ZTOQwwS8JmWxagYFP+4tXmwICfyHQlmlkgJELtRotAx/S6AjmNSHXOnJ3R+PBm2+ufeijlaFJvz3mf3Z+WO9qA4OnkweBBHeC8ZPzzbnSwzeWOtuS0uRKS/KdaRDaqAMatceU8ytNaaK2T4ipM44+e3kTfUfD6hNys2Yqa5jT4M6jsFBAEonBQXhvy+dlAN3pIUMmhZBwngPh/srcJJmSnxRIEob+5+qCYi2YMhIE/50WSA5qTj6E+PODVuSmYuOlBztGvjtkZMvat5cV/+DpY4HH3m1Ri1wkCCaC7l5AaEs2nGe0327+j+Lko1TUlPp/u6zLM0/UBW9pMk9lN5P84UJRQJzUpYz00x0yqcBadX1+8pHya+MfVy70ly9o1O/6MKJM3GYoHY5beEkk9SB8NoD0CzNw0V11SKnicBVqbNBOqRqKXoiIsKjTX65BpyyDgB0hwx7mc45dGDKXXVtsPdt1ct32zW8WXfR2c+DBRc3auXuSqawa50GpYK0iBJk3/hCn9dyokYWg0vd3iM/+zqVHv+0d4+8NGDJzX/6yN5p8XTAcIrMey/Dn3IAp8KdPyyM+j/AM6w6cyg8pLrAduShkLbq5MPl8p6u2fdzyzoCyl+tCMz6NS1dvSaq9QOs8stCx4NjTLRSBl02QLNREBEqO/U++4+LJhu/QQQWV6KW5kKvZ+0cFrbdu72DNVSd+tuPAgooL5jXKd62JqBPXJ9RAAtxJJs3xxsLHyblJd7DPFq83BliNAzqfbqcyIzMKjaqne4Yn6ZN27jwh8+q5ZTf9oib43KqI5scCF21ycl6SX52b5BuimthqyHRjEn9D9DcgifjbmnyVkCGaHR0XstaeEzJfGN8tso64qjT/cHDqurA8469xtbzKlkONIKgLhLVOWs8WqNlod0Vwzt6KHTkvaG0aHRSvT+sfXUJ4UizeXzAW5L3jo5g8dqelBMImWAGsHM0LycFcDOvQiblJB9yEGBsy6G4w9T/VB6R68KPomC/PNWM/7JK4Y8zXtszBc54QFzf6/Xkjvvd4tf/xdRHZsxLMpMv9JvAgxPCATeY2Bug6iCKQjIIT+huQLAd2NQiaNUizybCAs/6coPPmzd0jb5EL91bveXPohQsj/qu2JqSpm5Nqt0Og9gI0FgXPhi+Y3ksUsSbp6QOT0q3qkQFn0dW51vxe12xZQ5YP7vWnWv/0j2PSVZtjysg9lgy1J5gTLip9AiQXfzzUR3f4CNCebpDw+iCAVlmMvR/xSYctiaIfghLIfKBL8gfjr9v0NCwJef17GZHwJXOH3/P7o76fQSarYwTA6n1qXoL31R2BP8vCyVa0+KQjtgzh+W+pPAJVFXMSH6gKjCNlul11YZ79zlUdks91mdi4P7kyr3hRrf/mVWHl5tUxrR9ESoJOFP3d6YAajf6mh+KK84P27ovyrNeuCNmv542prT+ysfPAxbXqt1dHpcu2GFqnWqj7TGDjZLkQOVC5TwKrkICIbqqNpRHflZTppwlVaoSoqcE5wG0k7ik1fnzZ9Z8iQeiaPLQp3kdzK2b+/rj/58ugGo6Z3HsYYWIowSH8UayhbiiI82UtProhrnlPUJw8SWbn0WcUaYIM91kt5wStpVeXWC8NnLJ1BVk9oMNbNcFblzarMz+Man1qkkAEjGo9TypAUNIdKo5LgsaOSbnmrCkD4q+QEXtbtrw9/PKFDfLMT2LqFZtNxd9kYfoBmgljWs+Bq0TzKtctcUtRwt1vMJIDnSCloJi3HXNkr4QJQpSYGLKOfrdT/L9HX7v5ldTov6HNqP/im8c2v3FX/iaQe1itK5dC3kKrLJlBZBWX5xkcf4wHqisweTxgKV6Ix0VlBMR39IJYNKLD3G/K+nZDHbohrEw7vKPjuZqgNZdft+mVaXH/QsVhmsXJwKNcUTEXw3GeaYDgUIhGbis0/vDTXs3/2X/ajg/Xru1+6ay1XZ98tk6/992oXrYrISkWaiKcJxMUvA2CPxgAemkOnxIyeKUl08F+m+RDAPoENhYTzzrwP+jbukIuNKMg+cn3OyfvLJu+eTEMOwWtiT8F4oOK7s9Vyz+cV6/f8klC8SVtTs4Jmry36nCIJvRliAqDfRZfG9dpIxAJ4Qj2vm3grqJm4c+ohmqWPS7PWTY53/rDiGs2rdy5sPyi54/6frmkRRtelQTTAu2ZkpfceGdJ8oH+01vWrZ1XOHF5WP7Wyog6foepMrzWhZWHF45awTNNaCxgrrgkJ8mH+m3vh8v409VdSRU3i+00FbzyD/4T8qCAFbu+wJo9s0vzL+ml+2rS05yCM5KEEHv7aCs3h65Z3KTd/15ELd+TkEgpczA1cHtDrhSFlX8aVekkiIQLwj4UBrNijy2c/OQToN/CbDgXMs1ynx2dGDIW/kdH68mSQLzhiQMFD21IKDeNCdiv3tun8ZFDDbmd5zRJ9y1v0SdBTeZrQX/TyixRa7wE0vsGFb5u8TK/Be82H6A5UNowshRSl51JidaCM68F36OC7fT1czIhZGyaVuI8fv7VGxeAOKDvp0e7JGUgVpR1nnNUuROSspnr4krnGpNBlDF5f9UR5+UYpAVKh72GQkKSIAua/RL+Hhd3EXcN772c7JzRJPCX30U6IWN8Zv01hdb/3dCj6VWR9JfQkNU4e2/otgUN6t0bklp+M1TjmTCOxCDwTgyW1x0ULsD8xciAwUuhiD4AmjLQZ4kaU6Z7DIVCYstaIGuXYHA3nZOxfqtmamHyj9P7JZ+jo3bXpqc7I7ImKYPmJWXlc+qUmati2nXr42qHJljAaN3AGlgM91vi/JDJKyGnQj9QAxGwGpLJBofhnVL88THseiosozPEBXtkQUNfCO1T840V1+QZr7/WqN+6LKJfeABSBQaqguQgPHOCd9TSPuDJBkLELYIoWhGwRIhxsh9I2W+qfK8pSX/FoILLg7l7wNwjfNax8bnWvBsKE7ODk3duSc2YHc6aJAS6g5p3Bg1b3uC/+f2wct2GhNolAQRoUFVPCCXdgZoljtiS+Cjuk+4oivIPYzpZ1OyTeoBrDgA7SF6dzbyrjxgeHaAL79MVQiTsqbl8nyGxePr3I/mSK/A2oAvH++gW2WuoeE2bXpsf57cXx8XyFsgqwUOBOdIqGFdpy5CGSBRzti6SI0YG7SPjQvafryhIvl4yecc2IDhlnWeBz0VSa4gPB/ZdWK1PXhXVpmxPyCMrbSUnCeEKL/qrQOeEXMOd2+xnq6I+6eq8mHtu0BIxYGWvqUgBqPR9EGSOgukakIMFISeLQnnQ5FBRrAiC/w8CUAcuU067a5ziJbtFYT9dBslfFwX8YtB0D4HGHjUlVu0qUExjygCVtmy1DA3wTy7JNRZOKHKW0su2HUyL+7nwhUnKQKwbVLDusDRkR1K/YltcunJTXO7TKCS/Cmp3DPKYRoeRSbkJ1wFHNMhn8xD4D/wtP/gTGrZlHnYJ25zQ6bT8ON6KEjqkF0UyR7MlnYC8COT9kO3TJIzfbKjeZTXvKieEs2KYq7dsJ8oD9p6BQfedYT7rvTF96XZasTWcFu8L4UsjqTXElg6Bwwc7jl0SVq74NKletCMmlR+0ZRaD6KTB6mDx6I54F9XF/wkD3kaiAXA+fkhaK0HD8P4dWBdZD/lMDyheww4lUIBiEPDkRYefB1bWV3HcihxnM/ibVVcUWO91KGpeR8+rhtT0y8U/hKTWwN/JLTjiG7ctKc9YGZYv2WGpWrOZSgCRKcx18EIFfsMbBOibUCg8hg4br1Kik8ceHjmQ0ZZpRmJcrrtyWI49Z1KJvZpevK0auvzD8A8nKQNQIGXPoorxbzeody5vUiZshrwH6yxMDZCQDE4WCL/jzU6/97yQHbs8z3pnRnHyhc5Ttv0FOMPE+h+OfxpJGYjaYYE1a6Qp85t8DywLqxWVeL8PaGpLECQPry70gfxmYr614doi8/HRwxuX0Z5VRqrHPwf/dJIyQDN8+Yj/3lfq9Ds3RBUfx4t9raTB/EmB0uG8oB2/pcR86oY+8afoOTuPpQ//U/EvIwkBJkjXzht+y6x67ZFFYb2bAXaF5ocFbgh8z/Q8Y//tJeaPR35t07z0kH8J/qUkZVC3eOgFjxwJPvdGs28gXmfvAJX5TQXJjQ92id0VuHL7p+lu/zL8W5CEiC4dMuzBw8EXl8f0EVeHkqsf6Rf5Bhu3a1/68P9HBjvfGj7mjT+P+nPtslGD003/BiDk/wGqq5EagVOyhQAAAABJRU5ErkJggg=="/>
          <p:cNvSpPr>
            <a:spLocks noChangeAspect="1" noChangeArrowheads="1"/>
          </p:cNvSpPr>
          <p:nvPr/>
        </p:nvSpPr>
        <p:spPr bwMode="auto">
          <a:xfrm>
            <a:off x="51752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2" descr="data:image/png;base64,%20iVBORw0KGgoAAAANSUhEUgAAAEkAAABMCAYAAAAhvppvAAAAAXNSR0IArs4c6QAAAARnQU1BAACxjwv8YQUAAAAJcEhZcwAADsMAAA7DAcdvqGQAACKdSURBVHhe7XwHnFTVvf8559YpO9sXlt477C5NFAuKiiBF0ag8SxQTNS8mMT41L8X41JiYF01eNIktiMZCwEIVVBAMIAaUJr0uC7ssbJ2deus5/9/vzgzZwMIOaoqfz/+LszNz7jnn/s73/Oq9d6Tkc2L/O2VjX6tRXziUkAYSQe10swcBs7qUW1wQTgU0UPiH7YJ432j6rKlDXju+t+oJSPVFYFumKyI9izcuNRd8lyhRmGAs0zHzTplQuvvcXdcX8TsGTN+4FprOGpkTnxXEiiHD/mt/6LWX67UhjaYgLLPqVvhcE38BICltATegUCPkpqLE9l/3jN3ErtixNX0oa5z1WmJLysofqvbNfrnJXx43OO7gvzVQPBuICmqUzCxIbvlpj/jtwYnbNqWOZgeWfs8KYtnAwT+v1v/4WpOvPPYVIAiBGiaDnDHQ+D+B3A9X+f9ovjN0aOpodsiaJPHB0P4PHsmdNbvJPyJsCO/EXyWgvGEg6pUmf8VPj/hn8aXlg9KH2kVWJPHlA/r9zwHfrBcbfOc0fQUJygDlbgb5/9TkH/WTw/qLfOmgrIhqd7lizaBu/7M356VZdf6La5OEaF64AuLgjcHozDtOxLE/fPcmxT/Y1fuS2g08jm3o5/Gz1yXd3+ua7ottCJwX4Y0DZOZAEbwucNz7jO/w1ZsrPQbfUDaEJye+wwvbLRhQ4iPk9sLk2od7R2+l43ccwH6nQ3rKtnF86eDezxzNef6P9b5LWpJcdNVcEeWMMCGoRIUw4XOezEWLy5jJKfFJQuQyTpOCCvgIMlMGTlMYIJQLX3QYqEBAB60XPhjvwpL8jMMxJmAR1MV5YT1+COTQh7S4khfSc2VXuJBMJDilARkG43zQrmLuAZ9lBk3QCHPgnESGrwbIlCNzAq4TxjE8D8oL/QmBdnHUklmej5JvFCVW390p+c2SKz/b6y26DZyRpI1vlN3039U5ryxvUkl/zRa3Fsacw6ZCICliA32W0+hIotFh8nFHZo02JRW6DWuhJCSDhELYDY4kFcmu28KpvDWhiX66LXprNm1yZQvIYJZL5RLdoQ2WTAoVzvebhAUEdW3IfmzBWZjLJOFS0lN1RJHM+YqoJl0QtHmOJCBiCVptybREcVB/uOlSoBv8DmxcgcSRGBc0RuqtWrwJxIGVsiabkUpTEYN8Nvlzs19udhm9ON8hj3SJzRx73ebZqVWfijP6pOHcXnpFjjWvVBcERXE5E51B4GJJcJCRqpKgnRWX9FMd2lezeYHiUBX23oHdBeIkC7QnCAuKg+Cwu7RYdkmTA9oncRqDXQXlYHWmRE1YHZBBZcGIJhNywJDpTkNjQDJqHUNzqbYl1giaddiU4LjEoBtqM0nC3AcNmUUge41icgnnCcA58XyockCEW6y4NBeI66E5AjSfcC6oTgUtgXVdlmPOPy8olqSX3CbOqEkIvqxs8C37Au8ubta6dJIcEcN8FwiS4A1VtxDUH1UfzE3EQY1gx0kEBA+A8uPOoumB6sN5BM1XuIi4jChoakAImAgLwEToS2C4kGFRSTBmIA1MD71LKtkGckW9K8E5CFUo5RLQC2kPyZHgXKBpSFSpAsYKJJlwIgmGxhxKYTNQswScgjogDJLng9OCrLSay3RqnnH0+b7RiTmTtn/mLfY0aJckxOzZI37+2PGcHx5MUM9xw1q8dlwA+gBEyimmvoMc8A/b8S98Tzt7WLj3Gb+lm9L98D31t3X/DHAcak1qxhRAGbzPeC6kE/sgsBV74hzYB+XCftgOHHt9sG93v0t+0jH2xG23bbzfazwDzmhuGVyQZ701SLUbVOgNvgRCKaYBwksmVXjHV+vvGGpBW+CV6osnwRe2eePhhX3xlZmrrf6tx+E7HD7RlhmDc2T64CtzbjxP6vjfZMv0kUCjBqp289iQeAu6tQucv130Lrb29tfdzT6QAE3oqwzUKj+so6/Ot/btTnelWs+MrEii5++J9va5W3O8+PHVBpIUgODSy+dupiM3tqRaz4ysSEIU6e4OCK3g/1Dpv7pA+XOp6+YpYnu6qV1kTVJfXRwpUgXkZl9toCYVwjp6KM7hVEv7yJqkbpLTrAoXov6Xr0koOJKPqUTmhd+x/csGBkE/4XZvhWRlaoisScrLozGIEAaG2y8DSIAJEpuQQrkQ7hSFiByV81x4BeElQTboQLjD49jvyyIMUwxFcKOjZsfSTe0i6yWLj/v3mL6h4P2lzb6+cJJ069kDR1pwWh3qp36aw8uTthgYtUmXKCe5BpADRZ4jExr2SfRIDqO7g4rYoqt0rykzCxJEqNey39k24FBGJoaMQ2+PaLiEXrS3Mt18RmRP0l8Gd71hY+67i6L6IIl/PpJQIwIqJ+Mk072+PiHK9ti0pJZTNQqVsAUdwJZBY9AiMAsUrgqEBomo6yyJDf0VMqfQTz92NGZCnYj52OcBlnGTc43d885ruZyO3nEk3XxGfJFNyRqeaYGdlgUs/vumJue5d8N08pum1GmrkFg9ZTYcNCBvRluGj967AWWJAx8kON55M5eufcNgs1c0kyeiYbev3xZfxO4huUS3lzWyJ0mGAonhlYyzAxIEVT2Z4Evy5z9rFlMXWZKynzDwNRTMinCYEcq4lE6f9MJ2PI79TCDRt5uwGQuT7LldzfxC3eAm9oGuZwubgNXasJ4skT1JgsmOEHrmQla2sICgK7UE/826sOj7F1cyoYEr6YNnAyAEx9kJSstWOtLTm8LiMhWI8hjNHig+uFSNGDZWR1khe5IMRbM58WeuGmYD9EEVmiEe3RgmHT8VkpkptL4AoKT3HH+PNY70i911Ypg/wfFKY7bATbYd4o8ZPn+6qV1kLXK1wXMsxtRUDd8+0OjzFFd8jUquHvMJJ+QKGa8bnpU3OAkQLyTbJbJqiuryEN8yZIq4sLgPDzEr+3gLu2xKTD2eZKF0S7vImqTDhpwX5wwL9ayAt25Hy0Ks//gCere4hr5YNsqtHBJypQKHyy4UB7iqLLUSA5lkcaLIBmksC7hzZ0517/3mr8TD/X4iVQeupxUBSbhn4QdiLlOqHDk3/bVdZE1SZYJ3aTKJls0AXH8QEp6u0XxRXVfMKusL2AuVY6X73KvoUwPGij0j8lxS4HKVOYRBXnRasjKaI5mkaajO3/jGFOf7X3+CPDn4Pmm3GCzJjk2r5f6sc25PrlM7K85R/maHaDWW6J5qaR9ZkxR2lQFhwcCrtC8KbmoxJItuXQcRt1SqyQ5ROKe1jfns1YOjpXui19JfDRwn1ld0cuwunCvMEX9HFrxL4ABl2RCNQwN8zu1T3Hu++QT5xeAfyTuVIRLFpFKYILxDIiSHCH0gXhLOyuRQ/ghkHhGH9ks3tYusSBLbB6kNttQLxcrG3HCtudDRigYh0qZGULAZmblEp7CwFh9bsL9MerB5Cnu09HKxenQ3nuwKQU9yPLNSqSlaBmvuWzOv5A98/XHxf0PuZ7voMKbaNlE5uu0UHTizTYAzpRPJlYTIxuJwDAaUY5bcU1R211OtZ0Z2mlRNO1QapJ8BTjcbkhCqYJRDUdaW3BJDIlwSifrY8iODpB9VT2MPlEwRy4b3cevP87tvzJzEv/vNJ+gvhv6YbdUqJAGJliIwJT8VGG0FU4nq3S5onyWUP+EIcshgfckOf4dU65mRFUkbI1L34w7raeHNs3TbGQGdTO/6PqTNZxiAmqWBZmEy9cmRHtKvj1/MXj1/An+y/AG2g5UxxXaoCpkQS2tO2xBE4jbeAQGG2pcOe4AlkwZX6rYprGfll7IiabchjaqylEC2DgyjUYQLKuXEBF5Tbg9oijqYWiKmkIZ4iLlcAZ/Ttua0Bm6ZQrlQnToC9XHWhQquo8qSgns4G5NqOTO8dcMesI3zK8Y/M3vko0++MPKp+XOG3yFW9yn2egCqLHUU3tJhuFlZAHPGBhdMpKie+BQHdjk78fGuMJAF1Ug2LhiDHyMBkiSSsYc0wvnwvNkA19EAVckBWxqNa8c2sWJIh7dfG/6tJ2eNfOqZl0c+unH+0PGZYyAWkea/PuJ7L9X7HvrMUEJ4L62jzPn0fGPhj3ofm0nyCPn6mk7L57f4Rp7NxVsHtOMKmXDno3G0sq6YSlL7WSR1HD7+uhhfNuB2meCNsnYAxkgG8e1cHP4FeS9sMYVlV1riVlOJkWm5xrZXR8YuJQnLfawq9NJbTf4r63BzocdQv91yS6Hx8LXqxqfY0cVD+i4I63e/H1VDdUlBmuG1JSaxd8PKtG1N+aPI8ZyOxyza0wRnly1BCAHas02ySbf++yDE8yxcKgLiVnYdPS3yQ2zrFF0qtkRj4Lazr71xHehf6yzaLdZESja36Oe816xd+VmcUlx/nUHI8oieuxh4aVCH9mHNrqRHHaZhBoynQZXFmGQIymuSxL8/KRdYlOVkaWkngKl5taGww6WH6LAeh7nj4P60B7yhKAGjZ+6J2yWIQsqtVe6u+vX0ONc9uc8KcAoICf7dMVp0NC7rce7Vz948yAPlnCQEVRttWWODu0YrR/rNT/Ogh/fogTdDqmOOLNkQ1YKOOGsRPMgw24eGxOjwT0V5tyNAVNspQWuAAp6xCxIEBQoZ4ax1o7Uv0/VxyuTPc20Jhpjwt9GVglRGvT/R7PGQp1Iywmdu6N81eojRkQdbbitOPHptfnJ/CIoO9EkIRin3y65lOAzijndj/qyBY1wukSW2K2mj14nRfQ+61IU8GYJAe2SdDCQHUklIG2RynrOCu7XPkBUteFUKt+LzwCvVKQPkqcJR0s8k4PpzdUauz0/su6vEeIyO2R/xvHenq7Z/+vPu0Wu+XRhfVaieyFwhLxVuriySEMazdRWnADUy4UjkTZtLdcM/pmPPW+90zQ9DzSIR4M67X3864DnR9yA5BMjoRQ6JC+NPO9WH/0CWNBuweXIq/KSR6p96bx94CZiIoEQtUAEYBouE1hKVi+8UR9//Zc/E9PypqQdQT5wDn6x4sHv4W+OCVg1eB4YTsZig+kDdwFtJ7SctaaCAqK4WKDA+goNAYxWgUSsTKvug9KCUd9GHfOyojU6/Dsd5EEM+p8KxFWLDiwt4pz6IXDqRqSRyoUQZDBFsXGKWW1D7M3d55QfSmpjiaVBGeFwclhoueDMNJIDAKjIWcTqg1vgEd3oqVlNDUmhQRzMOSfulIevwjwYY39ImfHbi5mXrjSAkZDdrFIoAOFGCU6kyKRUHuiZr8yVSq2TplvDJMzBd/r2OEZ4PVauRdjI4Gh1jlaHSJdyS3++2l5kXrBKDLn+fjzjvr865FVucMWU7ec+c/XSMucQ9N/66Ozzye2dQ3Y94suoR8e7BJWxRXVg+4vjw8RtvPpwXycF8dWzA5L/sGubz+jaIZ3o08dEBi5+JKBnWE1LEsY4lRnWTS0sMfNwJ2iVKbeIzI6leKZwgCZilS6rybv/EULuCHyPNDmMweBApO1g/wMf3a2A37UW4JAg80m/we0oj5J7SKH2+VxOfkGtwfNQFyUN4F6QgkTtmKuwDQ5bmSnHp/Y6H5I/6bpM2DtlKX4vukLbsfZZ9XPkaXXHoA3nu0RrpwwiVjrs6BRftPTWCQO1BHwBBh/+qWzN/olsz7aa5NOwwcUHIlH5Q2nLaKwO4Dh3W00fne8jYPXXNLhvY4lJwDYJsiKvd390XvC3d1cMJkna9XTbppTr93v1JScYdj4AGHDfkCvio9PM7a/ApNcizvL5tAS+hdpId/kCnKClWOFvS5BOfJRTySNcwebhzmHeQXXx4yuuLf9FXafgFzLDB0GhlUqe7E5q0y1ClfbZOD7tB1kz8kPPJULzi80mpcd4QWKQP0uYHSiPusz2baVfFJT+pyRM3Hyig3z+cT/YmZdFLd1mpgs9jniozrqMAMo2+uruWHC1Vj5m0LIoPlwF7+wymzK7T/2v3WxVXpLunSKpbNGD4b475f7c8ohVBKeQJY4Bj2ZFkFYcWlA0aF7AWD9bthhNSngTMpX3g+77fISpGBG1mwSIWN/vIj4/ksfur8sgQ3abP92gko/zmKb4Cp8RniHDhDvgmJAO1zXuOCHYWzQlM3ztHa+AlGD84sxLZpcdsiaxu0SBTJmR6XoJ21xyyMqwLfHQQn006GcjbQM1uvDg/uejgxg6DdxlymZkp3kGQ9yJah9/U6n+IvTu4DJsksapf0a8P5f3htbB/RBJWl3E9qJLgwANwwroLbtjy5uGdHYZtNrVhSSja/96ReY5a3FQUF7eVxBk+E7k9rojL8gwSZIIsDvvpJ3FVzChKsBEBS7wf9oFZMooXNlpjUijJx4Fp1tuMtLjgl+E4RuXxIUNcmGMRfIywyZG8cXgMIgndBZo6MmiJkTkW66S6YkZhgozPN8mrjQHyu+M5NArnQY1tDSQ7V6Pka/nGoqkzNj+/4K9dvr0wrF8Wwadl03M70KnKVfIdm/ZY+d2cd6Uhl/X6xosN+t2HklhRpyZCYOcwmEJAEj2nhf0LemnSth0x6erdpuxvfWL0NRU+izzapYUGIWV5+lhQPFidT+Ow0FuK42RyfgLVmgzyOTg/XdriI5DlnyhGcZ/RDT/WrYXeCP3XRHS+HzJ1FFiFqPzD0oi4pTghbYyrdJehnPBJKEMTzFMPPujCHJOMzrHZQUMS9x7Op0vCfgYaSDN9WwNN7eIcq+m+jtZ3fTXF+lM1vl+vj6sh1NpMdzx3FHwUbFbvfJkeYVti7KoDlgSR5+/V0hsAMXV1VOv2Ym3ufZ2mbvlkeoH53KAA9/xPBvhsIqr7/Ga/wCdgBwAZXTVHzG0K0G8eKgASGbk816ArWjT3f4+GyFFbAuFPPRfOiZEQza410DzR5NpywBpoKsjH3mr0eZkhPq953AbtgfnbIgjPMSAgyLUF5vM9pm/65KUa7Qdr4mpnXOfJ3ZGPgyDrtqh0NWuw2dAY6O7JJoTA3a42KHm9Sbt11ZyKm2eMO/bYjXnxBV384gRRuKPHwQwerw2x/6zMJ51Vl7zSu4F8oyTKW8D0NkYV8DOCfBTV6BvN+ExuKnx/GUCZ0THPqg/STXGVT8o32G2FccicTz0DytvZR8iN+YnFN06oemzlvOEz5zRoN9bC+jJa3Ro4dwR4qbPpEMaF0E7evdZAj78+qvhn1eu/rNlYVHFfaf23bitILO8aQL+QyoFw1/BE62I6u+tQAZ3TECC3FsXIwn715OslCQkiES2UoeLK4oLU6Tqcjlh0EXWuTH93PEgWN/r4DkPBnwaemAY/oJwo79cLEh/c3zly5551Xc554bjvZ2DCGq7vdMAjUNUpLKTQQ5gznFY4EEKA53+nxVf6SLX/5UaR1+0nY45d/50O8dfK/Y7ALDVTGAMZJAZG/2x9DrujspAuDeugQar722M5fGHYB4XoqTUgfveEQYMBtwC0ez+F8EyMU0gcvWte3uWlk8dmoKOmxjT2/SP57IOoD68qeV1RLpQP5fxOUXLuQ2Oj1+03tQH/W62/uKxFKxFQ6Z8iUBooE/ISVESVdNP00kHbLHV0xru3BZzIBnXbYysFhy12aWdT2Tl9RvLXXap5PfiBIY1Czm1xUpkvahS+oLqma8DE3mn20Y/jOsMHHtA02wKEczHUZ0KUspkOY4/ZTOQwwS8JmWxagYFP+4tXmwICfyHQlmlkgJELtRotAx/S6AjmNSHXOnJ3R+PBm2+ufeijlaFJvz3mf3Z+WO9qA4OnkweBBHeC8ZPzzbnSwzeWOtuS0uRKS/KdaRDaqAMatceU8ytNaaK2T4ipM44+e3kTfUfD6hNys2Yqa5jT4M6jsFBAEonBQXhvy+dlAN3pIUMmhZBwngPh/srcJJmSnxRIEob+5+qCYi2YMhIE/50WSA5qTj6E+PODVuSmYuOlBztGvjtkZMvat5cV/+DpY4HH3m1Ri1wkCCaC7l5AaEs2nGe0327+j+Lko1TUlPp/u6zLM0/UBW9pMk9lN5P84UJRQJzUpYz00x0yqcBadX1+8pHya+MfVy70ly9o1O/6MKJM3GYoHY5beEkk9SB8NoD0CzNw0V11SKnicBVqbNBOqRqKXoiIsKjTX65BpyyDgB0hwx7mc45dGDKXXVtsPdt1ct32zW8WXfR2c+DBRc3auXuSqawa50GpYK0iBJk3/hCn9dyokYWg0vd3iM/+zqVHv+0d4+8NGDJzX/6yN5p8XTAcIrMey/Dn3IAp8KdPyyM+j/AM6w6cyg8pLrAduShkLbq5MPl8p6u2fdzyzoCyl+tCMz6NS1dvSaq9QOs8stCx4NjTLRSBl02QLNREBEqO/U++4+LJhu/QQQWV6KW5kKvZ+0cFrbdu72DNVSd+tuPAgooL5jXKd62JqBPXJ9RAAtxJJs3xxsLHyblJd7DPFq83BliNAzqfbqcyIzMKjaqne4Yn6ZN27jwh8+q5ZTf9oib43KqI5scCF21ycl6SX52b5BuimthqyHRjEn9D9DcgifjbmnyVkCGaHR0XstaeEzJfGN8tso64qjT/cHDqurA8469xtbzKlkONIKgLhLVOWs8WqNlod0Vwzt6KHTkvaG0aHRSvT+sfXUJ4UizeXzAW5L3jo5g8dqelBMImWAGsHM0LycFcDOvQiblJB9yEGBsy6G4w9T/VB6R68KPomC/PNWM/7JK4Y8zXtszBc54QFzf6/Xkjvvd4tf/xdRHZsxLMpMv9JvAgxPCATeY2Bug6iCKQjIIT+huQLAd2NQiaNUizybCAs/6coPPmzd0jb5EL91bveXPohQsj/qu2JqSpm5Nqt0Og9gI0FgXPhi+Y3ksUsSbp6QOT0q3qkQFn0dW51vxe12xZQ5YP7vWnWv/0j2PSVZtjysg9lgy1J5gTLip9AiQXfzzUR3f4CNCebpDw+iCAVlmMvR/xSYctiaIfghLIfKBL8gfjr9v0NCwJef17GZHwJXOH3/P7o76fQSarYwTA6n1qXoL31R2BP8vCyVa0+KQjtgzh+W+pPAJVFXMSH6gKjCNlul11YZ79zlUdks91mdi4P7kyr3hRrf/mVWHl5tUxrR9ESoJOFP3d6YAajf6mh+KK84P27ovyrNeuCNmv542prT+ysfPAxbXqt1dHpcu2GFqnWqj7TGDjZLkQOVC5TwKrkICIbqqNpRHflZTppwlVaoSoqcE5wG0k7ik1fnzZ9Z8iQeiaPLQp3kdzK2b+/rj/58ugGo6Z3HsYYWIowSH8UayhbiiI82UtProhrnlPUJw8SWbn0WcUaYIM91kt5wStpVeXWC8NnLJ1BVk9oMNbNcFblzarMz+Man1qkkAEjGo9TypAUNIdKo5LgsaOSbnmrCkD4q+QEXtbtrw9/PKFDfLMT2LqFZtNxd9kYfoBmgljWs+Bq0TzKtctcUtRwt1vMJIDnSCloJi3HXNkr4QJQpSYGLKOfrdT/L9HX7v5ldTov6HNqP/im8c2v3FX/iaQe1itK5dC3kKrLJlBZBWX5xkcf4wHqisweTxgKV6Ix0VlBMR39IJYNKLD3G/K+nZDHbohrEw7vKPjuZqgNZdft+mVaXH/QsVhmsXJwKNcUTEXw3GeaYDgUIhGbis0/vDTXs3/2X/ajg/Xru1+6ay1XZ98tk6/992oXrYrISkWaiKcJxMUvA2CPxgAemkOnxIyeKUl08F+m+RDAPoENhYTzzrwP+jbukIuNKMg+cn3OyfvLJu+eTEMOwWtiT8F4oOK7s9Vyz+cV6/f8klC8SVtTs4Jmry36nCIJvRliAqDfRZfG9dpIxAJ4Qj2vm3grqJm4c+ohmqWPS7PWTY53/rDiGs2rdy5sPyi54/6frmkRRtelQTTAu2ZkpfceGdJ8oH+01vWrZ1XOHF5WP7Wyog6foepMrzWhZWHF45awTNNaCxgrrgkJ8mH+m3vh8v409VdSRU3i+00FbzyD/4T8qCAFbu+wJo9s0vzL+ml+2rS05yCM5KEEHv7aCs3h65Z3KTd/15ELd+TkEgpczA1cHtDrhSFlX8aVekkiIQLwj4UBrNijy2c/OQToN/CbDgXMs1ynx2dGDIW/kdH68mSQLzhiQMFD21IKDeNCdiv3tun8ZFDDbmd5zRJ9y1v0SdBTeZrQX/TyixRa7wE0vsGFb5u8TK/Be82H6A5UNowshRSl51JidaCM68F36OC7fT1czIhZGyaVuI8fv7VGxeAOKDvp0e7JGUgVpR1nnNUuROSspnr4krnGpNBlDF5f9UR5+UYpAVKh72GQkKSIAua/RL+Hhd3EXcN772c7JzRJPCX30U6IWN8Zv01hdb/3dCj6VWR9JfQkNU4e2/otgUN6t0bklp+M1TjmTCOxCDwTgyW1x0ULsD8xciAwUuhiD4AmjLQZ4kaU6Z7DIVCYstaIGuXYHA3nZOxfqtmamHyj9P7JZ+jo3bXpqc7I7ImKYPmJWXlc+qUmati2nXr42qHJljAaN3AGlgM91vi/JDJKyGnQj9QAxGwGpLJBofhnVL88THseiosozPEBXtkQUNfCO1T840V1+QZr7/WqN+6LKJfeABSBQaqguQgPHOCd9TSPuDJBkLELYIoWhGwRIhxsh9I2W+qfK8pSX/FoILLg7l7wNwjfNax8bnWvBsKE7ODk3duSc2YHc6aJAS6g5p3Bg1b3uC/+f2wct2GhNolAQRoUFVPCCXdgZoljtiS+Cjuk+4oivIPYzpZ1OyTeoBrDgA7SF6dzbyrjxgeHaAL79MVQiTsqbl8nyGxePr3I/mSK/A2oAvH++gW2WuoeE2bXpsf57cXx8XyFsgqwUOBOdIqGFdpy5CGSBRzti6SI0YG7SPjQvafryhIvl4yecc2IDhlnWeBz0VSa4gPB/ZdWK1PXhXVpmxPyCMrbSUnCeEKL/qrQOeEXMOd2+xnq6I+6eq8mHtu0BIxYGWvqUgBqPR9EGSOgukakIMFISeLQnnQ5FBRrAiC/w8CUAcuU067a5ziJbtFYT9dBslfFwX8YtB0D4HGHjUlVu0qUExjygCVtmy1DA3wTy7JNRZOKHKW0su2HUyL+7nwhUnKQKwbVLDusDRkR1K/YltcunJTXO7TKCS/Cmp3DPKYRoeRSbkJ1wFHNMhn8xD4D/wtP/gTGrZlHnYJ25zQ6bT8ON6KEjqkF0UyR7MlnYC8COT9kO3TJIzfbKjeZTXvKieEs2KYq7dsJ8oD9p6BQfedYT7rvTF96XZasTWcFu8L4UsjqTXElg6Bwwc7jl0SVq74NKletCMmlR+0ZRaD6KTB6mDx6I54F9XF/wkD3kaiAXA+fkhaK0HD8P4dWBdZD/lMDyheww4lUIBiEPDkRYefB1bWV3HcihxnM/ibVVcUWO91KGpeR8+rhtT0y8U/hKTWwN/JLTjiG7ctKc9YGZYv2WGpWrOZSgCRKcx18EIFfsMbBOibUCg8hg4br1Kik8ceHjmQ0ZZpRmJcrrtyWI49Z1KJvZpevK0auvzD8A8nKQNQIGXPoorxbzeody5vUiZshrwH6yxMDZCQDE4WCL/jzU6/97yQHbs8z3pnRnHyhc5Ttv0FOMPE+h+OfxpJGYjaYYE1a6Qp85t8DywLqxWVeL8PaGpLECQPry70gfxmYr614doi8/HRwxuX0Z5VRqrHPwf/dJIyQDN8+Yj/3lfq9Ds3RBUfx4t9raTB/EmB0uG8oB2/pcR86oY+8afoOTuPpQ//U/EvIwkBJkjXzht+y6x67ZFFYb2bAXaF5ocFbgh8z/Q8Y//tJeaPR35t07z0kH8J/qUkZVC3eOgFjxwJPvdGs28gXmfvAJX5TQXJjQ92id0VuHL7p+lu/zL8W5CEiC4dMuzBw8EXl8f0EVeHkqsf6Rf5Bhu3a1/68P9HBjvfGj7mjT+P+nPtslGD003/BiDk/wGqq5EagVOyhQAAAABJRU5ErkJggg=="/>
          <p:cNvSpPr>
            <a:spLocks noChangeAspect="1" noChangeArrowheads="1"/>
          </p:cNvSpPr>
          <p:nvPr/>
        </p:nvSpPr>
        <p:spPr bwMode="auto">
          <a:xfrm>
            <a:off x="66992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14" descr="data:image/png;base64,%20iVBORw0KGgoAAAANSUhEUgAAAEkAAABMCAYAAAAhvppvAAAAAXNSR0IArs4c6QAAAARnQU1BAACxjwv8YQUAAAAJcEhZcwAADsMAAA7DAcdvqGQAACKdSURBVHhe7XwHnFTVvf8559YpO9sXlt477C5NFAuKiiBF0ag8SxQTNS8mMT41L8X41JiYF01eNIktiMZCwEIVVBAMIAaUJr0uC7ssbJ2deus5/9/vzgzZwMIOaoqfz/+LszNz7jnn/s73/Oq9d6Tkc2L/O2VjX6tRXziUkAYSQe10swcBs7qUW1wQTgU0UPiH7YJ432j6rKlDXju+t+oJSPVFYFumKyI9izcuNRd8lyhRmGAs0zHzTplQuvvcXdcX8TsGTN+4FprOGpkTnxXEiiHD/mt/6LWX67UhjaYgLLPqVvhcE38BICltATegUCPkpqLE9l/3jN3ErtixNX0oa5z1WmJLysofqvbNfrnJXx43OO7gvzVQPBuICmqUzCxIbvlpj/jtwYnbNqWOZgeWfs8KYtnAwT+v1v/4WpOvPPYVIAiBGiaDnDHQ+D+B3A9X+f9ovjN0aOpodsiaJPHB0P4PHsmdNbvJPyJsCO/EXyWgvGEg6pUmf8VPj/hn8aXlg9KH2kVWJPHlA/r9zwHfrBcbfOc0fQUJygDlbgb5/9TkH/WTw/qLfOmgrIhqd7lizaBu/7M356VZdf6La5OEaF64AuLgjcHozDtOxLE/fPcmxT/Y1fuS2g08jm3o5/Gz1yXd3+ua7ottCJwX4Y0DZOZAEbwucNz7jO/w1ZsrPQbfUDaEJye+wwvbLRhQ4iPk9sLk2od7R2+l43ccwH6nQ3rKtnF86eDezxzNef6P9b5LWpJcdNVcEeWMMCGoRIUw4XOezEWLy5jJKfFJQuQyTpOCCvgIMlMGTlMYIJQLX3QYqEBAB60XPhjvwpL8jMMxJmAR1MV5YT1+COTQh7S4khfSc2VXuJBMJDilARkG43zQrmLuAZ9lBk3QCHPgnESGrwbIlCNzAq4TxjE8D8oL/QmBdnHUklmej5JvFCVW390p+c2SKz/b6y26DZyRpI1vlN3039U5ryxvUkl/zRa3Fsacw6ZCICliA32W0+hIotFh8nFHZo02JRW6DWuhJCSDhELYDY4kFcmu28KpvDWhiX66LXprNm1yZQvIYJZL5RLdoQ2WTAoVzvebhAUEdW3IfmzBWZjLJOFS0lN1RJHM+YqoJl0QtHmOJCBiCVptybREcVB/uOlSoBv8DmxcgcSRGBc0RuqtWrwJxIGVsiabkUpTEYN8Nvlzs19udhm9ON8hj3SJzRx73ebZqVWfijP6pOHcXnpFjjWvVBcERXE5E51B4GJJcJCRqpKgnRWX9FMd2lezeYHiUBX23oHdBeIkC7QnCAuKg+Cwu7RYdkmTA9oncRqDXQXlYHWmRE1YHZBBZcGIJhNywJDpTkNjQDJqHUNzqbYl1giaddiU4LjEoBtqM0nC3AcNmUUge41icgnnCcA58XyockCEW6y4NBeI66E5AjSfcC6oTgUtgXVdlmPOPy8olqSX3CbOqEkIvqxs8C37Au8ubta6dJIcEcN8FwiS4A1VtxDUH1UfzE3EQY1gx0kEBA+A8uPOoumB6sN5BM1XuIi4jChoakAImAgLwEToS2C4kGFRSTBmIA1MD71LKtkGckW9K8E5CFUo5RLQC2kPyZHgXKBpSFSpAsYKJJlwIgmGxhxKYTNQswScgjogDJLng9OCrLSay3RqnnH0+b7RiTmTtn/mLfY0aJckxOzZI37+2PGcHx5MUM9xw1q8dlwA+gBEyimmvoMc8A/b8S98Tzt7WLj3Gb+lm9L98D31t3X/DHAcak1qxhRAGbzPeC6kE/sgsBV74hzYB+XCftgOHHt9sG93v0t+0jH2xG23bbzfazwDzmhuGVyQZ701SLUbVOgNvgRCKaYBwksmVXjHV+vvGGpBW+CV6osnwRe2eePhhX3xlZmrrf6tx+E7HD7RlhmDc2T64CtzbjxP6vjfZMv0kUCjBqp289iQeAu6tQucv130Lrb29tfdzT6QAE3oqwzUKj+so6/Ot/btTnelWs+MrEii5++J9va5W3O8+PHVBpIUgODSy+dupiM3tqRaz4ysSEIU6e4OCK3g/1Dpv7pA+XOp6+YpYnu6qV1kTVJfXRwpUgXkZl9toCYVwjp6KM7hVEv7yJqkbpLTrAoXov6Xr0koOJKPqUTmhd+x/csGBkE/4XZvhWRlaoisScrLozGIEAaG2y8DSIAJEpuQQrkQ7hSFiByV81x4BeElQTboQLjD49jvyyIMUwxFcKOjZsfSTe0i6yWLj/v3mL6h4P2lzb6+cJJ069kDR1pwWh3qp36aw8uTthgYtUmXKCe5BpADRZ4jExr2SfRIDqO7g4rYoqt0rykzCxJEqNey39k24FBGJoaMQ2+PaLiEXrS3Mt18RmRP0l8Gd71hY+67i6L6IIl/PpJQIwIqJ+Mk072+PiHK9ti0pJZTNQqVsAUdwJZBY9AiMAsUrgqEBomo6yyJDf0VMqfQTz92NGZCnYj52OcBlnGTc43d885ruZyO3nEk3XxGfJFNyRqeaYGdlgUs/vumJue5d8N08pum1GmrkFg9ZTYcNCBvRluGj967AWWJAx8kON55M5eufcNgs1c0kyeiYbev3xZfxO4huUS3lzWyJ0mGAonhlYyzAxIEVT2Z4Evy5z9rFlMXWZKynzDwNRTMinCYEcq4lE6f9MJ2PI79TCDRt5uwGQuT7LldzfxC3eAm9oGuZwubgNXasJ4skT1JgsmOEHrmQla2sICgK7UE/826sOj7F1cyoYEr6YNnAyAEx9kJSstWOtLTm8LiMhWI8hjNHig+uFSNGDZWR1khe5IMRbM58WeuGmYD9EEVmiEe3RgmHT8VkpkptL4AoKT3HH+PNY70i911Ypg/wfFKY7bATbYd4o8ZPn+6qV1kLXK1wXMsxtRUDd8+0OjzFFd8jUquHvMJJ+QKGa8bnpU3OAkQLyTbJbJqiuryEN8yZIq4sLgPDzEr+3gLu2xKTD2eZKF0S7vImqTDhpwX5wwL9ayAt25Hy0Ks//gCere4hr5YNsqtHBJypQKHyy4UB7iqLLUSA5lkcaLIBmksC7hzZ0517/3mr8TD/X4iVQeupxUBSbhn4QdiLlOqHDk3/bVdZE1SZYJ3aTKJls0AXH8QEp6u0XxRXVfMKusL2AuVY6X73KvoUwPGij0j8lxS4HKVOYRBXnRasjKaI5mkaajO3/jGFOf7X3+CPDn4Pmm3GCzJjk2r5f6sc25PrlM7K85R/maHaDWW6J5qaR9ZkxR2lQFhwcCrtC8KbmoxJItuXQcRt1SqyQ5ROKe1jfns1YOjpXui19JfDRwn1ld0cuwunCvMEX9HFrxL4ABl2RCNQwN8zu1T3Hu++QT5xeAfyTuVIRLFpFKYILxDIiSHCH0gXhLOyuRQ/ghkHhGH9ks3tYusSBLbB6kNttQLxcrG3HCtudDRigYh0qZGULAZmblEp7CwFh9bsL9MerB5Cnu09HKxenQ3nuwKQU9yPLNSqSlaBmvuWzOv5A98/XHxf0PuZ7voMKbaNlE5uu0UHTizTYAzpRPJlYTIxuJwDAaUY5bcU1R211OtZ0Z2mlRNO1QapJ8BTjcbkhCqYJRDUdaW3BJDIlwSifrY8iODpB9VT2MPlEwRy4b3cevP87tvzJzEv/vNJ+gvhv6YbdUqJAGJliIwJT8VGG0FU4nq3S5onyWUP+EIcshgfckOf4dU65mRFUkbI1L34w7raeHNs3TbGQGdTO/6PqTNZxiAmqWBZmEy9cmRHtKvj1/MXj1/An+y/AG2g5UxxXaoCpkQS2tO2xBE4jbeAQGG2pcOe4AlkwZX6rYprGfll7IiabchjaqylEC2DgyjUYQLKuXEBF5Tbg9oijqYWiKmkIZ4iLlcAZ/Ttua0Bm6ZQrlQnToC9XHWhQquo8qSgns4G5NqOTO8dcMesI3zK8Y/M3vko0++MPKp+XOG3yFW9yn2egCqLHUU3tJhuFlZAHPGBhdMpKie+BQHdjk78fGuMJAF1Ug2LhiDHyMBkiSSsYc0wvnwvNkA19EAVckBWxqNa8c2sWJIh7dfG/6tJ2eNfOqZl0c+unH+0PGZYyAWkea/PuJ7L9X7HvrMUEJ4L62jzPn0fGPhj3ofm0nyCPn6mk7L57f4Rp7NxVsHtOMKmXDno3G0sq6YSlL7WSR1HD7+uhhfNuB2meCNsnYAxkgG8e1cHP4FeS9sMYVlV1riVlOJkWm5xrZXR8YuJQnLfawq9NJbTf4r63BzocdQv91yS6Hx8LXqxqfY0cVD+i4I63e/H1VDdUlBmuG1JSaxd8PKtG1N+aPI8ZyOxyza0wRnly1BCAHas02ySbf++yDE8yxcKgLiVnYdPS3yQ2zrFF0qtkRj4Lazr71xHehf6yzaLdZESja36Oe816xd+VmcUlx/nUHI8oieuxh4aVCH9mHNrqRHHaZhBoynQZXFmGQIymuSxL8/KRdYlOVkaWkngKl5taGww6WH6LAeh7nj4P60B7yhKAGjZ+6J2yWIQsqtVe6u+vX0ONc9uc8KcAoICf7dMVp0NC7rce7Vz948yAPlnCQEVRttWWODu0YrR/rNT/Ogh/fogTdDqmOOLNkQ1YKOOGsRPMgw24eGxOjwT0V5tyNAVNspQWuAAp6xCxIEBQoZ4ax1o7Uv0/VxyuTPc20Jhpjwt9GVglRGvT/R7PGQp1Iywmdu6N81eojRkQdbbitOPHptfnJ/CIoO9EkIRin3y65lOAzijndj/qyBY1wukSW2K2mj14nRfQ+61IU8GYJAe2SdDCQHUklIG2RynrOCu7XPkBUteFUKt+LzwCvVKQPkqcJR0s8k4PpzdUauz0/su6vEeIyO2R/xvHenq7Z/+vPu0Wu+XRhfVaieyFwhLxVuriySEMazdRWnADUy4UjkTZtLdcM/pmPPW+90zQ9DzSIR4M67X3864DnR9yA5BMjoRQ6JC+NPO9WH/0CWNBuweXIq/KSR6p96bx94CZiIoEQtUAEYBouE1hKVi+8UR9//Zc/E9PypqQdQT5wDn6x4sHv4W+OCVg1eB4YTsZig+kDdwFtJ7SctaaCAqK4WKDA+goNAYxWgUSsTKvug9KCUd9GHfOyojU6/Dsd5EEM+p8KxFWLDiwt4pz6IXDqRqSRyoUQZDBFsXGKWW1D7M3d55QfSmpjiaVBGeFwclhoueDMNJIDAKjIWcTqg1vgEd3oqVlNDUmhQRzMOSfulIevwjwYY39ImfHbi5mXrjSAkZDdrFIoAOFGCU6kyKRUHuiZr8yVSq2TplvDJMzBd/r2OEZ4PVauRdjI4Gh1jlaHSJdyS3++2l5kXrBKDLn+fjzjvr865FVucMWU7ec+c/XSMucQ9N/66Ozzye2dQ3Y94suoR8e7BJWxRXVg+4vjw8RtvPpwXycF8dWzA5L/sGubz+jaIZ3o08dEBi5+JKBnWE1LEsY4lRnWTS0sMfNwJ2iVKbeIzI6leKZwgCZilS6rybv/EULuCHyPNDmMweBApO1g/wMf3a2A37UW4JAg80m/we0oj5J7SKH2+VxOfkGtwfNQFyUN4F6QgkTtmKuwDQ5bmSnHp/Y6H5I/6bpM2DtlKX4vukLbsfZZ9XPkaXXHoA3nu0RrpwwiVjrs6BRftPTWCQO1BHwBBh/+qWzN/olsz7aa5NOwwcUHIlH5Q2nLaKwO4Dh3W00fne8jYPXXNLhvY4lJwDYJsiKvd390XvC3d1cMJkna9XTbppTr93v1JScYdj4AGHDfkCvio9PM7a/ApNcizvL5tAS+hdpId/kCnKClWOFvS5BOfJRTySNcwebhzmHeQXXx4yuuLf9FXafgFzLDB0GhlUqe7E5q0y1ClfbZOD7tB1kz8kPPJULzi80mpcd4QWKQP0uYHSiPusz2baVfFJT+pyRM3Hyig3z+cT/YmZdFLd1mpgs9jniozrqMAMo2+uruWHC1Vj5m0LIoPlwF7+wymzK7T/2v3WxVXpLunSKpbNGD4b475f7c8ohVBKeQJY4Bj2ZFkFYcWlA0aF7AWD9bthhNSngTMpX3g+77fISpGBG1mwSIWN/vIj4/ksfur8sgQ3abP92gko/zmKb4Cp8RniHDhDvgmJAO1zXuOCHYWzQlM3ztHa+AlGD84sxLZpcdsiaxu0SBTJmR6XoJ21xyyMqwLfHQQn006GcjbQM1uvDg/uejgxg6DdxlymZkp3kGQ9yJah9/U6n+IvTu4DJsksapf0a8P5f3htbB/RBJWl3E9qJLgwANwwroLbtjy5uGdHYZtNrVhSSja/96ReY5a3FQUF7eVxBk+E7k9rojL8gwSZIIsDvvpJ3FVzChKsBEBS7wf9oFZMooXNlpjUijJx4Fp1tuMtLjgl+E4RuXxIUNcmGMRfIywyZG8cXgMIgndBZo6MmiJkTkW66S6YkZhgozPN8mrjQHyu+M5NArnQY1tDSQ7V6Pka/nGoqkzNj+/4K9dvr0wrF8Wwadl03M70KnKVfIdm/ZY+d2cd6Uhl/X6xosN+t2HklhRpyZCYOcwmEJAEj2nhf0LemnSth0x6erdpuxvfWL0NRU+izzapYUGIWV5+lhQPFidT+Ow0FuK42RyfgLVmgzyOTg/XdriI5DlnyhGcZ/RDT/WrYXeCP3XRHS+HzJ1FFiFqPzD0oi4pTghbYyrdJehnPBJKEMTzFMPPujCHJOMzrHZQUMS9x7Op0vCfgYaSDN9WwNN7eIcq+m+jtZ3fTXF+lM1vl+vj6sh1NpMdzx3FHwUbFbvfJkeYVti7KoDlgSR5+/V0hsAMXV1VOv2Ym3ufZ2mbvlkeoH53KAA9/xPBvhsIqr7/Ga/wCdgBwAZXTVHzG0K0G8eKgASGbk816ArWjT3f4+GyFFbAuFPPRfOiZEQza410DzR5NpywBpoKsjH3mr0eZkhPq953AbtgfnbIgjPMSAgyLUF5vM9pm/65KUa7Qdr4mpnXOfJ3ZGPgyDrtqh0NWuw2dAY6O7JJoTA3a42KHm9Sbt11ZyKm2eMO/bYjXnxBV384gRRuKPHwQwerw2x/6zMJ51Vl7zSu4F8oyTKW8D0NkYV8DOCfBTV6BvN+ExuKnx/GUCZ0THPqg/STXGVT8o32G2FccicTz0DytvZR8iN+YnFN06oemzlvOEz5zRoN9bC+jJa3Ro4dwR4qbPpEMaF0E7evdZAj78+qvhn1eu/rNlYVHFfaf23bitILO8aQL+QyoFw1/BE62I6u+tQAZ3TECC3FsXIwn715OslCQkiES2UoeLK4oLU6Tqcjlh0EXWuTH93PEgWN/r4DkPBnwaemAY/oJwo79cLEh/c3zly5551Xc554bjvZ2DCGq7vdMAjUNUpLKTQQ5gznFY4EEKA53+nxVf6SLX/5UaR1+0nY45d/50O8dfK/Y7ALDVTGAMZJAZG/2x9DrujspAuDeugQar722M5fGHYB4XoqTUgfveEQYMBtwC0ez+F8EyMU0gcvWte3uWlk8dmoKOmxjT2/SP57IOoD68qeV1RLpQP5fxOUXLuQ2Oj1+03tQH/W62/uKxFKxFQ6Z8iUBooE/ISVESVdNP00kHbLHV0xru3BZzIBnXbYysFhy12aWdT2Tl9RvLXXap5PfiBIY1Czm1xUpkvahS+oLqma8DE3mn20Y/jOsMHHtA02wKEczHUZ0KUspkOY4/ZTOQwwS8JmWxagYFP+4tXmwICfyHQlmlkgJELtRotAx/S6AjmNSHXOnJ3R+PBm2+ufeijlaFJvz3mf3Z+WO9qA4OnkweBBHeC8ZPzzbnSwzeWOtuS0uRKS/KdaRDaqAMatceU8ytNaaK2T4ipM44+e3kTfUfD6hNys2Yqa5jT4M6jsFBAEonBQXhvy+dlAN3pIUMmhZBwngPh/srcJJmSnxRIEob+5+qCYi2YMhIE/50WSA5qTj6E+PODVuSmYuOlBztGvjtkZMvat5cV/+DpY4HH3m1Ri1wkCCaC7l5AaEs2nGe0327+j+Lko1TUlPp/u6zLM0/UBW9pMk9lN5P84UJRQJzUpYz00x0yqcBadX1+8pHya+MfVy70ly9o1O/6MKJM3GYoHY5beEkk9SB8NoD0CzNw0V11SKnicBVqbNBOqRqKXoiIsKjTX65BpyyDgB0hwx7mc45dGDKXXVtsPdt1ct32zW8WXfR2c+DBRc3auXuSqawa50GpYK0iBJk3/hCn9dyokYWg0vd3iM/+zqVHv+0d4+8NGDJzX/6yN5p8XTAcIrMey/Dn3IAp8KdPyyM+j/AM6w6cyg8pLrAduShkLbq5MPl8p6u2fdzyzoCyl+tCMz6NS1dvSaq9QOs8stCx4NjTLRSBl02QLNREBEqO/U++4+LJhu/QQQWV6KW5kKvZ+0cFrbdu72DNVSd+tuPAgooL5jXKd62JqBPXJ9RAAtxJJs3xxsLHyblJd7DPFq83BliNAzqfbqcyIzMKjaqne4Yn6ZN27jwh8+q5ZTf9oib43KqI5scCF21ycl6SX52b5BuimthqyHRjEn9D9DcgifjbmnyVkCGaHR0XstaeEzJfGN8tso64qjT/cHDqurA8469xtbzKlkONIKgLhLVOWs8WqNlod0Vwzt6KHTkvaG0aHRSvT+sfXUJ4UizeXzAW5L3jo5g8dqelBMImWAGsHM0LycFcDOvQiblJB9yEGBsy6G4w9T/VB6R68KPomC/PNWM/7JK4Y8zXtszBc54QFzf6/Xkjvvd4tf/xdRHZsxLMpMv9JvAgxPCATeY2Bug6iCKQjIIT+huQLAd2NQiaNUizybCAs/6coPPmzd0jb5EL91bveXPohQsj/qu2JqSpm5Nqt0Og9gI0FgXPhi+Y3ksUsSbp6QOT0q3qkQFn0dW51vxe12xZQ5YP7vWnWv/0j2PSVZtjysg9lgy1J5gTLip9AiQXfzzUR3f4CNCebpDw+iCAVlmMvR/xSYctiaIfghLIfKBL8gfjr9v0NCwJef17GZHwJXOH3/P7o76fQSarYwTA6n1qXoL31R2BP8vCyVa0+KQjtgzh+W+pPAJVFXMSH6gKjCNlul11YZ79zlUdks91mdi4P7kyr3hRrf/mVWHl5tUxrR9ESoJOFP3d6YAajf6mh+KK84P27ovyrNeuCNmv542prT+ysfPAxbXqt1dHpcu2GFqnWqj7TGDjZLkQOVC5TwKrkICIbqqNpRHflZTppwlVaoSoqcE5wG0k7ik1fnzZ9Z8iQeiaPLQp3kdzK2b+/rj/58ugGo6Z3HsYYWIowSH8UayhbiiI82UtProhrnlPUJw8SWbn0WcUaYIM91kt5wStpVeXWC8NnLJ1BVk9oMNbNcFblzarMz+Man1qkkAEjGo9TypAUNIdKo5LgsaOSbnmrCkD4q+QEXtbtrw9/PKFDfLMT2LqFZtNxd9kYfoBmgljWs+Bq0TzKtctcUtRwt1vMJIDnSCloJi3HXNkr4QJQpSYGLKOfrdT/L9HX7v5ldTov6HNqP/im8c2v3FX/iaQe1itK5dC3kKrLJlBZBWX5xkcf4wHqisweTxgKV6Ix0VlBMR39IJYNKLD3G/K+nZDHbohrEw7vKPjuZqgNZdft+mVaXH/QsVhmsXJwKNcUTEXw3GeaYDgUIhGbis0/vDTXs3/2X/ajg/Xru1+6ay1XZ98tk6/992oXrYrISkWaiKcJxMUvA2CPxgAemkOnxIyeKUl08F+m+RDAPoENhYTzzrwP+jbukIuNKMg+cn3OyfvLJu+eTEMOwWtiT8F4oOK7s9Vyz+cV6/f8klC8SVtTs4Jmry36nCIJvRliAqDfRZfG9dpIxAJ4Qj2vm3grqJm4c+ohmqWPS7PWTY53/rDiGs2rdy5sPyi54/6frmkRRtelQTTAu2ZkpfceGdJ8oH+01vWrZ1XOHF5WP7Wyog6foepMrzWhZWHF45awTNNaCxgrrgkJ8mH+m3vh8v409VdSRU3i+00FbzyD/4T8qCAFbu+wJo9s0vzL+ml+2rS05yCM5KEEHv7aCs3h65Z3KTd/15ELd+TkEgpczA1cHtDrhSFlX8aVekkiIQLwj4UBrNijy2c/OQToN/CbDgXMs1ynx2dGDIW/kdH68mSQLzhiQMFD21IKDeNCdiv3tun8ZFDDbmd5zRJ9y1v0SdBTeZrQX/TyixRa7wE0vsGFb5u8TK/Be82H6A5UNowshRSl51JidaCM68F36OC7fT1czIhZGyaVuI8fv7VGxeAOKDvp0e7JGUgVpR1nnNUuROSspnr4krnGpNBlDF5f9UR5+UYpAVKh72GQkKSIAua/RL+Hhd3EXcN772c7JzRJPCX30U6IWN8Zv01hdb/3dCj6VWR9JfQkNU4e2/otgUN6t0bklp+M1TjmTCOxCDwTgyW1x0ULsD8xciAwUuhiD4AmjLQZ4kaU6Z7DIVCYstaIGuXYHA3nZOxfqtmamHyj9P7JZ+jo3bXpqc7I7ImKYPmJWXlc+qUmati2nXr42qHJljAaN3AGlgM91vi/JDJKyGnQj9QAxGwGpLJBofhnVL88THseiosozPEBXtkQUNfCO1T840V1+QZr7/WqN+6LKJfeABSBQaqguQgPHOCd9TSPuDJBkLELYIoWhGwRIhxsh9I2W+qfK8pSX/FoILLg7l7wNwjfNax8bnWvBsKE7ODk3duSc2YHc6aJAS6g5p3Bg1b3uC/+f2wct2GhNolAQRoUFVPCCXdgZoljtiS+Cjuk+4oivIPYzpZ1OyTeoBrDgA7SF6dzbyrjxgeHaAL79MVQiTsqbl8nyGxePr3I/mSK/A2oAvH++gW2WuoeE2bXpsf57cXx8XyFsgqwUOBOdIqGFdpy5CGSBRzti6SI0YG7SPjQvafryhIvl4yecc2IDhlnWeBz0VSa4gPB/ZdWK1PXhXVpmxPyCMrbSUnCeEKL/qrQOeEXMOd2+xnq6I+6eq8mHtu0BIxYGWvqUgBqPR9EGSOgukakIMFISeLQnnQ5FBRrAiC/w8CUAcuU067a5ziJbtFYT9dBslfFwX8YtB0D4HGHjUlVu0qUExjygCVtmy1DA3wTy7JNRZOKHKW0su2HUyL+7nwhUnKQKwbVLDusDRkR1K/YltcunJTXO7TKCS/Cmp3DPKYRoeRSbkJ1wFHNMhn8xD4D/wtP/gTGrZlHnYJ25zQ6bT8ON6KEjqkF0UyR7MlnYC8COT9kO3TJIzfbKjeZTXvKieEs2KYq7dsJ8oD9p6BQfedYT7rvTF96XZasTWcFu8L4UsjqTXElg6Bwwc7jl0SVq74NKletCMmlR+0ZRaD6KTB6mDx6I54F9XF/wkD3kaiAXA+fkhaK0HD8P4dWBdZD/lMDyheww4lUIBiEPDkRYefB1bWV3HcihxnM/ibVVcUWO91KGpeR8+rhtT0y8U/hKTWwN/JLTjiG7ctKc9YGZYv2WGpWrOZSgCRKcx18EIFfsMbBOibUCg8hg4br1Kik8ceHjmQ0ZZpRmJcrrtyWI49Z1KJvZpevK0auvzD8A8nKQNQIGXPoorxbzeody5vUiZshrwH6yxMDZCQDE4WCL/jzU6/97yQHbs8z3pnRnHyhc5Ttv0FOMPE+h+OfxpJGYjaYYE1a6Qp85t8DywLqxWVeL8PaGpLECQPry70gfxmYr614doi8/HRwxuX0Z5VRqrHPwf/dJIyQDN8+Yj/3lfq9Ds3RBUfx4t9raTB/EmB0uG8oB2/pcR86oY+8afoOTuPpQ//U/EvIwkBJkjXzht+y6x67ZFFYb2bAXaF5ocFbgh8z/Q8Y//tJeaPR35t07z0kH8J/qUkZVC3eOgFjxwJPvdGs28gXmfvAJX5TQXJjQ92id0VuHL7p+lu/zL8W5CEiC4dMuzBw8EXl8f0EVeHkqsf6Rf5Bhu3a1/68P9HBjvfGj7mjT+P+nPtslGD003/BiDk/wGqq5EagVOyhQAAAABJRU5ErkJggg=="/>
          <p:cNvSpPr>
            <a:spLocks noChangeAspect="1" noChangeArrowheads="1"/>
          </p:cNvSpPr>
          <p:nvPr/>
        </p:nvSpPr>
        <p:spPr bwMode="auto">
          <a:xfrm>
            <a:off x="82232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6" descr="data:image/png;base64,%20iVBORw0KGgoAAAANSUhEUgAAAEkAAABMCAYAAAAhvppvAAAAAXNSR0IArs4c6QAAAARnQU1BAACxjwv8YQUAAAAJcEhZcwAADsMAAA7DAcdvqGQAACKdSURBVHhe7XwHnFTVvf8559YpO9sXlt477C5NFAuKiiBF0ag8SxQTNS8mMT41L8X41JiYF01eNIktiMZCwEIVVBAMIAaUJr0uC7ssbJ2deus5/9/vzgzZwMIOaoqfz/+LszNz7jnn/s73/Oq9d6Tkc2L/O2VjX6tRXziUkAYSQe10swcBs7qUW1wQTgU0UPiH7YJ432j6rKlDXju+t+oJSPVFYFumKyI9izcuNRd8lyhRmGAs0zHzTplQuvvcXdcX8TsGTN+4FprOGpkTnxXEiiHD/mt/6LWX67UhjaYgLLPqVvhcE38BICltATegUCPkpqLE9l/3jN3ErtixNX0oa5z1WmJLysofqvbNfrnJXx43OO7gvzVQPBuICmqUzCxIbvlpj/jtwYnbNqWOZgeWfs8KYtnAwT+v1v/4WpOvPPYVIAiBGiaDnDHQ+D+B3A9X+f9ovjN0aOpodsiaJPHB0P4PHsmdNbvJPyJsCO/EXyWgvGEg6pUmf8VPj/hn8aXlg9KH2kVWJPHlA/r9zwHfrBcbfOc0fQUJygDlbgb5/9TkH/WTw/qLfOmgrIhqd7lizaBu/7M356VZdf6La5OEaF64AuLgjcHozDtOxLE/fPcmxT/Y1fuS2g08jm3o5/Gz1yXd3+ua7ottCJwX4Y0DZOZAEbwucNz7jO/w1ZsrPQbfUDaEJye+wwvbLRhQ4iPk9sLk2od7R2+l43ccwH6nQ3rKtnF86eDezxzNef6P9b5LWpJcdNVcEeWMMCGoRIUw4XOezEWLy5jJKfFJQuQyTpOCCvgIMlMGTlMYIJQLX3QYqEBAB60XPhjvwpL8jMMxJmAR1MV5YT1+COTQh7S4khfSc2VXuJBMJDilARkG43zQrmLuAZ9lBk3QCHPgnESGrwbIlCNzAq4TxjE8D8oL/QmBdnHUklmej5JvFCVW390p+c2SKz/b6y26DZyRpI1vlN3039U5ryxvUkl/zRa3Fsacw6ZCICliA32W0+hIotFh8nFHZo02JRW6DWuhJCSDhELYDY4kFcmu28KpvDWhiX66LXprNm1yZQvIYJZL5RLdoQ2WTAoVzvebhAUEdW3IfmzBWZjLJOFS0lN1RJHM+YqoJl0QtHmOJCBiCVptybREcVB/uOlSoBv8DmxcgcSRGBc0RuqtWrwJxIGVsiabkUpTEYN8Nvlzs19udhm9ON8hj3SJzRx73ebZqVWfijP6pOHcXnpFjjWvVBcERXE5E51B4GJJcJCRqpKgnRWX9FMd2lezeYHiUBX23oHdBeIkC7QnCAuKg+Cwu7RYdkmTA9oncRqDXQXlYHWmRE1YHZBBZcGIJhNywJDpTkNjQDJqHUNzqbYl1giaddiU4LjEoBtqM0nC3AcNmUUge41icgnnCcA58XyockCEW6y4NBeI66E5AjSfcC6oTgUtgXVdlmPOPy8olqSX3CbOqEkIvqxs8C37Au8ubta6dJIcEcN8FwiS4A1VtxDUH1UfzE3EQY1gx0kEBA+A8uPOoumB6sN5BM1XuIi4jChoakAImAgLwEToS2C4kGFRSTBmIA1MD71LKtkGckW9K8E5CFUo5RLQC2kPyZHgXKBpSFSpAsYKJJlwIgmGxhxKYTNQswScgjogDJLng9OCrLSay3RqnnH0+b7RiTmTtn/mLfY0aJckxOzZI37+2PGcHx5MUM9xw1q8dlwA+gBEyimmvoMc8A/b8S98Tzt7WLj3Gb+lm9L98D31t3X/DHAcak1qxhRAGbzPeC6kE/sgsBV74hzYB+XCftgOHHt9sG93v0t+0jH2xG23bbzfazwDzmhuGVyQZ701SLUbVOgNvgRCKaYBwksmVXjHV+vvGGpBW+CV6osnwRe2eePhhX3xlZmrrf6tx+E7HD7RlhmDc2T64CtzbjxP6vjfZMv0kUCjBqp289iQeAu6tQucv130Lrb29tfdzT6QAE3oqwzUKj+so6/Ot/btTnelWs+MrEii5++J9va5W3O8+PHVBpIUgODSy+dupiM3tqRaz4ysSEIU6e4OCK3g/1Dpv7pA+XOp6+YpYnu6qV1kTVJfXRwpUgXkZl9toCYVwjp6KM7hVEv7yJqkbpLTrAoXov6Xr0koOJKPqUTmhd+x/csGBkE/4XZvhWRlaoisScrLozGIEAaG2y8DSIAJEpuQQrkQ7hSFiByV81x4BeElQTboQLjD49jvyyIMUwxFcKOjZsfSTe0i6yWLj/v3mL6h4P2lzb6+cJJ069kDR1pwWh3qp36aw8uTthgYtUmXKCe5BpADRZ4jExr2SfRIDqO7g4rYoqt0rykzCxJEqNey39k24FBGJoaMQ2+PaLiEXrS3Mt18RmRP0l8Gd71hY+67i6L6IIl/PpJQIwIqJ+Mk072+PiHK9ti0pJZTNQqVsAUdwJZBY9AiMAsUrgqEBomo6yyJDf0VMqfQTz92NGZCnYj52OcBlnGTc43d885ruZyO3nEk3XxGfJFNyRqeaYGdlgUs/vumJue5d8N08pum1GmrkFg9ZTYcNCBvRluGj967AWWJAx8kON55M5eufcNgs1c0kyeiYbev3xZfxO4huUS3lzWyJ0mGAonhlYyzAxIEVT2Z4Evy5z9rFlMXWZKynzDwNRTMinCYEcq4lE6f9MJ2PI79TCDRt5uwGQuT7LldzfxC3eAm9oGuZwubgNXasJ4skT1JgsmOEHrmQla2sICgK7UE/826sOj7F1cyoYEr6YNnAyAEx9kJSstWOtLTm8LiMhWI8hjNHig+uFSNGDZWR1khe5IMRbM58WeuGmYD9EEVmiEe3RgmHT8VkpkptL4AoKT3HH+PNY70i911Ypg/wfFKY7bATbYd4o8ZPn+6qV1kLXK1wXMsxtRUDd8+0OjzFFd8jUquHvMJJ+QKGa8bnpU3OAkQLyTbJbJqiuryEN8yZIq4sLgPDzEr+3gLu2xKTD2eZKF0S7vImqTDhpwX5wwL9ayAt25Hy0Ks//gCere4hr5YNsqtHBJypQKHyy4UB7iqLLUSA5lkcaLIBmksC7hzZ0517/3mr8TD/X4iVQeupxUBSbhn4QdiLlOqHDk3/bVdZE1SZYJ3aTKJls0AXH8QEp6u0XxRXVfMKusL2AuVY6X73KvoUwPGij0j8lxS4HKVOYRBXnRasjKaI5mkaajO3/jGFOf7X3+CPDn4Pmm3GCzJjk2r5f6sc25PrlM7K85R/maHaDWW6J5qaR9ZkxR2lQFhwcCrtC8KbmoxJItuXQcRt1SqyQ5ROKe1jfns1YOjpXui19JfDRwn1ld0cuwunCvMEX9HFrxL4ABl2RCNQwN8zu1T3Hu++QT5xeAfyTuVIRLFpFKYILxDIiSHCH0gXhLOyuRQ/ghkHhGH9ks3tYusSBLbB6kNttQLxcrG3HCtudDRigYh0qZGULAZmblEp7CwFh9bsL9MerB5Cnu09HKxenQ3nuwKQU9yPLNSqSlaBmvuWzOv5A98/XHxf0PuZ7voMKbaNlE5uu0UHTizTYAzpRPJlYTIxuJwDAaUY5bcU1R211OtZ0Z2mlRNO1QapJ8BTjcbkhCqYJRDUdaW3BJDIlwSifrY8iODpB9VT2MPlEwRy4b3cevP87tvzJzEv/vNJ+gvhv6YbdUqJAGJliIwJT8VGG0FU4nq3S5onyWUP+EIcshgfckOf4dU65mRFUkbI1L34w7raeHNs3TbGQGdTO/6PqTNZxiAmqWBZmEy9cmRHtKvj1/MXj1/An+y/AG2g5UxxXaoCpkQS2tO2xBE4jbeAQGG2pcOe4AlkwZX6rYprGfll7IiabchjaqylEC2DgyjUYQLKuXEBF5Tbg9oijqYWiKmkIZ4iLlcAZ/Ttua0Bm6ZQrlQnToC9XHWhQquo8qSgns4G5NqOTO8dcMesI3zK8Y/M3vko0++MPKp+XOG3yFW9yn2egCqLHUU3tJhuFlZAHPGBhdMpKie+BQHdjk78fGuMJAF1Ug2LhiDHyMBkiSSsYc0wvnwvNkA19EAVckBWxqNa8c2sWJIh7dfG/6tJ2eNfOqZl0c+unH+0PGZYyAWkea/PuJ7L9X7HvrMUEJ4L62jzPn0fGPhj3ofm0nyCPn6mk7L57f4Rp7NxVsHtOMKmXDno3G0sq6YSlL7WSR1HD7+uhhfNuB2meCNsnYAxkgG8e1cHP4FeS9sMYVlV1riVlOJkWm5xrZXR8YuJQnLfawq9NJbTf4r63BzocdQv91yS6Hx8LXqxqfY0cVD+i4I63e/H1VDdUlBmuG1JSaxd8PKtG1N+aPI8ZyOxyza0wRnly1BCAHas02ySbf++yDE8yxcKgLiVnYdPS3yQ2zrFF0qtkRj4Lazr71xHehf6yzaLdZESja36Oe816xd+VmcUlx/nUHI8oieuxh4aVCH9mHNrqRHHaZhBoynQZXFmGQIymuSxL8/KRdYlOVkaWkngKl5taGww6WH6LAeh7nj4P60B7yhKAGjZ+6J2yWIQsqtVe6u+vX0ONc9uc8KcAoICf7dMVp0NC7rce7Vz948yAPlnCQEVRttWWODu0YrR/rNT/Ogh/fogTdDqmOOLNkQ1YKOOGsRPMgw24eGxOjwT0V5tyNAVNspQWuAAp6xCxIEBQoZ4ax1o7Uv0/VxyuTPc20Jhpjwt9GVglRGvT/R7PGQp1Iywmdu6N81eojRkQdbbitOPHptfnJ/CIoO9EkIRin3y65lOAzijndj/qyBY1wukSW2K2mj14nRfQ+61IU8GYJAe2SdDCQHUklIG2RynrOCu7XPkBUteFUKt+LzwCvVKQPkqcJR0s8k4PpzdUauz0/su6vEeIyO2R/xvHenq7Z/+vPu0Wu+XRhfVaieyFwhLxVuriySEMazdRWnADUy4UjkTZtLdcM/pmPPW+90zQ9DzSIR4M67X3864DnR9yA5BMjoRQ6JC+NPO9WH/0CWNBuweXIq/KSR6p96bx94CZiIoEQtUAEYBouE1hKVi+8UR9//Zc/E9PypqQdQT5wDn6x4sHv4W+OCVg1eB4YTsZig+kDdwFtJ7SctaaCAqK4WKDA+goNAYxWgUSsTKvug9KCUd9GHfOyojU6/Dsd5EEM+p8KxFWLDiwt4pz6IXDqRqSRyoUQZDBFsXGKWW1D7M3d55QfSmpjiaVBGeFwclhoueDMNJIDAKjIWcTqg1vgEd3oqVlNDUmhQRzMOSfulIevwjwYY39ImfHbi5mXrjSAkZDdrFIoAOFGCU6kyKRUHuiZr8yVSq2TplvDJMzBd/r2OEZ4PVauRdjI4Gh1jlaHSJdyS3++2l5kXrBKDLn+fjzjvr865FVucMWU7ec+c/XSMucQ9N/66Ozzye2dQ3Y94suoR8e7BJWxRXVg+4vjw8RtvPpwXycF8dWzA5L/sGubz+jaIZ3o08dEBi5+JKBnWE1LEsY4lRnWTS0sMfNwJ2iVKbeIzI6leKZwgCZilS6rybv/EULuCHyPNDmMweBApO1g/wMf3a2A37UW4JAg80m/we0oj5J7SKH2+VxOfkGtwfNQFyUN4F6QgkTtmKuwDQ5bmSnHp/Y6H5I/6bpM2DtlKX4vukLbsfZZ9XPkaXXHoA3nu0RrpwwiVjrs6BRftPTWCQO1BHwBBh/+qWzN/olsz7aa5NOwwcUHIlH5Q2nLaKwO4Dh3W00fne8jYPXXNLhvY4lJwDYJsiKvd390XvC3d1cMJkna9XTbppTr93v1JScYdj4AGHDfkCvio9PM7a/ApNcizvL5tAS+hdpId/kCnKClWOFvS5BOfJRTySNcwebhzmHeQXXx4yuuLf9FXafgFzLDB0GhlUqe7E5q0y1ClfbZOD7tB1kz8kPPJULzi80mpcd4QWKQP0uYHSiPusz2baVfFJT+pyRM3Hyig3z+cT/YmZdFLd1mpgs9jniozrqMAMo2+uruWHC1Vj5m0LIoPlwF7+wymzK7T/2v3WxVXpLunSKpbNGD4b475f7c8ohVBKeQJY4Bj2ZFkFYcWlA0aF7AWD9bthhNSngTMpX3g+77fISpGBG1mwSIWN/vIj4/ksfur8sgQ3abP92gko/zmKb4Cp8RniHDhDvgmJAO1zXuOCHYWzQlM3ztHa+AlGD84sxLZpcdsiaxu0SBTJmR6XoJ21xyyMqwLfHQQn006GcjbQM1uvDg/uejgxg6DdxlymZkp3kGQ9yJah9/U6n+IvTu4DJsksapf0a8P5f3htbB/RBJWl3E9qJLgwANwwroLbtjy5uGdHYZtNrVhSSja/96ReY5a3FQUF7eVxBk+E7k9rojL8gwSZIIsDvvpJ3FVzChKsBEBS7wf9oFZMooXNlpjUijJx4Fp1tuMtLjgl+E4RuXxIUNcmGMRfIywyZG8cXgMIgndBZo6MmiJkTkW66S6YkZhgozPN8mrjQHyu+M5NArnQY1tDSQ7V6Pka/nGoqkzNj+/4K9dvr0wrF8Wwadl03M70KnKVfIdm/ZY+d2cd6Uhl/X6xosN+t2HklhRpyZCYOcwmEJAEj2nhf0LemnSth0x6erdpuxvfWL0NRU+izzapYUGIWV5+lhQPFidT+Ow0FuK42RyfgLVmgzyOTg/XdriI5DlnyhGcZ/RDT/WrYXeCP3XRHS+HzJ1FFiFqPzD0oi4pTghbYyrdJehnPBJKEMTzFMPPujCHJOMzrHZQUMS9x7Op0vCfgYaSDN9WwNN7eIcq+m+jtZ3fTXF+lM1vl+vj6sh1NpMdzx3FHwUbFbvfJkeYVti7KoDlgSR5+/V0hsAMXV1VOv2Ym3ufZ2mbvlkeoH53KAA9/xPBvhsIqr7/Ga/wCdgBwAZXTVHzG0K0G8eKgASGbk816ArWjT3f4+GyFFbAuFPPRfOiZEQza410DzR5NpywBpoKsjH3mr0eZkhPq953AbtgfnbIgjPMSAgyLUF5vM9pm/65KUa7Qdr4mpnXOfJ3ZGPgyDrtqh0NWuw2dAY6O7JJoTA3a42KHm9Sbt11ZyKm2eMO/bYjXnxBV384gRRuKPHwQwerw2x/6zMJ51Vl7zSu4F8oyTKW8D0NkYV8DOCfBTV6BvN+ExuKnx/GUCZ0THPqg/STXGVT8o32G2FccicTz0DytvZR8iN+YnFN06oemzlvOEz5zRoN9bC+jJa3Ro4dwR4qbPpEMaF0E7evdZAj78+qvhn1eu/rNlYVHFfaf23bitILO8aQL+QyoFw1/BE62I6u+tQAZ3TECC3FsXIwn715OslCQkiES2UoeLK4oLU6Tqcjlh0EXWuTH93PEgWN/r4DkPBnwaemAY/oJwo79cLEh/c3zly5551Xc554bjvZ2DCGq7vdMAjUNUpLKTQQ5gznFY4EEKA53+nxVf6SLX/5UaR1+0nY45d/50O8dfK/Y7ALDVTGAMZJAZG/2x9DrujspAuDeugQar722M5fGHYB4XoqTUgfveEQYMBtwC0ez+F8EyMU0gcvWte3uWlk8dmoKOmxjT2/SP57IOoD68qeV1RLpQP5fxOUXLuQ2Oj1+03tQH/W62/uKxFKxFQ6Z8iUBooE/ISVESVdNP00kHbLHV0xru3BZzIBnXbYysFhy12aWdT2Tl9RvLXXap5PfiBIY1Czm1xUpkvahS+oLqma8DE3mn20Y/jOsMHHtA02wKEczHUZ0KUspkOY4/ZTOQwwS8JmWxagYFP+4tXmwICfyHQlmlkgJELtRotAx/S6AjmNSHXOnJ3R+PBm2+ufeijlaFJvz3mf3Z+WO9qA4OnkweBBHeC8ZPzzbnSwzeWOtuS0uRKS/KdaRDaqAMatceU8ytNaaK2T4ipM44+e3kTfUfD6hNys2Yqa5jT4M6jsFBAEonBQXhvy+dlAN3pIUMmhZBwngPh/srcJJmSnxRIEob+5+qCYi2YMhIE/50WSA5qTj6E+PODVuSmYuOlBztGvjtkZMvat5cV/+DpY4HH3m1Ri1wkCCaC7l5AaEs2nGe0327+j+Lko1TUlPp/u6zLM0/UBW9pMk9lN5P84UJRQJzUpYz00x0yqcBadX1+8pHya+MfVy70ly9o1O/6MKJM3GYoHY5beEkk9SB8NoD0CzNw0V11SKnicBVqbNBOqRqKXoiIsKjTX65BpyyDgB0hwx7mc45dGDKXXVtsPdt1ct32zW8WXfR2c+DBRc3auXuSqawa50GpYK0iBJk3/hCn9dyokYWg0vd3iM/+zqVHv+0d4+8NGDJzX/6yN5p8XTAcIrMey/Dn3IAp8KdPyyM+j/AM6w6cyg8pLrAduShkLbq5MPl8p6u2fdzyzoCyl+tCMz6NS1dvSaq9QOs8stCx4NjTLRSBl02QLNREBEqO/U++4+LJhu/QQQWV6KW5kKvZ+0cFrbdu72DNVSd+tuPAgooL5jXKd62JqBPXJ9RAAtxJJs3xxsLHyblJd7DPFq83BliNAzqfbqcyIzMKjaqne4Yn6ZN27jwh8+q5ZTf9oib43KqI5scCF21ycl6SX52b5BuimthqyHRjEn9D9DcgifjbmnyVkCGaHR0XstaeEzJfGN8tso64qjT/cHDqurA8469xtbzKlkONIKgLhLVOWs8WqNlod0Vwzt6KHTkvaG0aHRSvT+sfXUJ4UizeXzAW5L3jo5g8dqelBMImWAGsHM0LycFcDOvQiblJB9yEGBsy6G4w9T/VB6R68KPomC/PNWM/7JK4Y8zXtszBc54QFzf6/Xkjvvd4tf/xdRHZsxLMpMv9JvAgxPCATeY2Bug6iCKQjIIT+huQLAd2NQiaNUizybCAs/6coPPmzd0jb5EL91bveXPohQsj/qu2JqSpm5Nqt0Og9gI0FgXPhi+Y3ksUsSbp6QOT0q3qkQFn0dW51vxe12xZQ5YP7vWnWv/0j2PSVZtjysg9lgy1J5gTLip9AiQXfzzUR3f4CNCebpDw+iCAVlmMvR/xSYctiaIfghLIfKBL8gfjr9v0NCwJef17GZHwJXOH3/P7o76fQSarYwTA6n1qXoL31R2BP8vCyVa0+KQjtgzh+W+pPAJVFXMSH6gKjCNlul11YZ79zlUdks91mdi4P7kyr3hRrf/mVWHl5tUxrR9ESoJOFP3d6YAajf6mh+KK84P27ovyrNeuCNmv542prT+ysfPAxbXqt1dHpcu2GFqnWqj7TGDjZLkQOVC5TwKrkICIbqqNpRHflZTppwlVaoSoqcE5wG0k7ik1fnzZ9Z8iQeiaPLQp3kdzK2b+/rj/58ugGo6Z3HsYYWIowSH8UayhbiiI82UtProhrnlPUJw8SWbn0WcUaYIM91kt5wStpVeXWC8NnLJ1BVk9oMNbNcFblzarMz+Man1qkkAEjGo9TypAUNIdKo5LgsaOSbnmrCkD4q+QEXtbtrw9/PKFDfLMT2LqFZtNxd9kYfoBmgljWs+Bq0TzKtctcUtRwt1vMJIDnSCloJi3HXNkr4QJQpSYGLKOfrdT/L9HX7v5ldTov6HNqP/im8c2v3FX/iaQe1itK5dC3kKrLJlBZBWX5xkcf4wHqisweTxgKV6Ix0VlBMR39IJYNKLD3G/K+nZDHbohrEw7vKPjuZqgNZdft+mVaXH/QsVhmsXJwKNcUTEXw3GeaYDgUIhGbis0/vDTXs3/2X/ajg/Xru1+6ay1XZ98tk6/992oXrYrISkWaiKcJxMUvA2CPxgAemkOnxIyeKUl08F+m+RDAPoENhYTzzrwP+jbukIuNKMg+cn3OyfvLJu+eTEMOwWtiT8F4oOK7s9Vyz+cV6/f8klC8SVtTs4Jmry36nCIJvRliAqDfRZfG9dpIxAJ4Qj2vm3grqJm4c+ohmqWPS7PWTY53/rDiGs2rdy5sPyi54/6frmkRRtelQTTAu2ZkpfceGdJ8oH+01vWrZ1XOHF5WP7Wyog6foepMrzWhZWHF45awTNNaCxgrrgkJ8mH+m3vh8v409VdSRU3i+00FbzyD/4T8qCAFbu+wJo9s0vzL+ml+2rS05yCM5KEEHv7aCs3h65Z3KTd/15ELd+TkEgpczA1cHtDrhSFlX8aVekkiIQLwj4UBrNijy2c/OQToN/CbDgXMs1ynx2dGDIW/kdH68mSQLzhiQMFD21IKDeNCdiv3tun8ZFDDbmd5zRJ9y1v0SdBTeZrQX/TyixRa7wE0vsGFb5u8TK/Be82H6A5UNowshRSl51JidaCM68F36OC7fT1czIhZGyaVuI8fv7VGxeAOKDvp0e7JGUgVpR1nnNUuROSspnr4krnGpNBlDF5f9UR5+UYpAVKh72GQkKSIAua/RL+Hhd3EXcN772c7JzRJPCX30U6IWN8Zv01hdb/3dCj6VWR9JfQkNU4e2/otgUN6t0bklp+M1TjmTCOxCDwTgyW1x0ULsD8xciAwUuhiD4AmjLQZ4kaU6Z7DIVCYstaIGuXYHA3nZOxfqtmamHyj9P7JZ+jo3bXpqc7I7ImKYPmJWXlc+qUmati2nXr42qHJljAaN3AGlgM91vi/JDJKyGnQj9QAxGwGpLJBofhnVL88THseiosozPEBXtkQUNfCO1T840V1+QZr7/WqN+6LKJfeABSBQaqguQgPHOCd9TSPuDJBkLELYIoWhGwRIhxsh9I2W+qfK8pSX/FoILLg7l7wNwjfNax8bnWvBsKE7ODk3duSc2YHc6aJAS6g5p3Bg1b3uC/+f2wct2GhNolAQRoUFVPCCXdgZoljtiS+Cjuk+4oivIPYzpZ1OyTeoBrDgA7SF6dzbyrjxgeHaAL79MVQiTsqbl8nyGxePr3I/mSK/A2oAvH++gW2WuoeE2bXpsf57cXx8XyFsgqwUOBOdIqGFdpy5CGSBRzti6SI0YG7SPjQvafryhIvl4yecc2IDhlnWeBz0VSa4gPB/ZdWK1PXhXVpmxPyCMrbSUnCeEKL/qrQOeEXMOd2+xnq6I+6eq8mHtu0BIxYGWvqUgBqPR9EGSOgukakIMFISeLQnnQ5FBRrAiC/w8CUAcuU067a5ziJbtFYT9dBslfFwX8YtB0D4HGHjUlVu0qUExjygCVtmy1DA3wTy7JNRZOKHKW0su2HUyL+7nwhUnKQKwbVLDusDRkR1K/YltcunJTXO7TKCS/Cmp3DPKYRoeRSbkJ1wFHNMhn8xD4D/wtP/gTGrZlHnYJ25zQ6bT8ON6KEjqkF0UyR7MlnYC8COT9kO3TJIzfbKjeZTXvKieEs2KYq7dsJ8oD9p6BQfedYT7rvTF96XZasTWcFu8L4UsjqTXElg6Bwwc7jl0SVq74NKletCMmlR+0ZRaD6KTB6mDx6I54F9XF/wkD3kaiAXA+fkhaK0HD8P4dWBdZD/lMDyheww4lUIBiEPDkRYefB1bWV3HcihxnM/ibVVcUWO91KGpeR8+rhtT0y8U/hKTWwN/JLTjiG7ctKc9YGZYv2WGpWrOZSgCRKcx18EIFfsMbBOibUCg8hg4br1Kik8ceHjmQ0ZZpRmJcrrtyWI49Z1KJvZpevK0auvzD8A8nKQNQIGXPoorxbzeody5vUiZshrwH6yxMDZCQDE4WCL/jzU6/97yQHbs8z3pnRnHyhc5Ttv0FOMPE+h+OfxpJGYjaYYE1a6Qp85t8DywLqxWVeL8PaGpLECQPry70gfxmYr614doi8/HRwxuX0Z5VRqrHPwf/dJIyQDN8+Yj/3lfq9Ds3RBUfx4t9raTB/EmB0uG8oB2/pcR86oY+8afoOTuPpQ//U/EvIwkBJkjXzht+y6x67ZFFYb2bAXaF5ocFbgh8z/Q8Y//tJeaPR35t07z0kH8J/qUkZVC3eOgFjxwJPvdGs28gXmfvAJX5TQXJjQ92id0VuHL7p+lu/zL8W5CEiC4dMuzBw8EXl8f0EVeHkqsf6Rf5Bhu3a1/68P9HBjvfGj7mjT+P+nPtslGD003/BiDk/wGqq5EagVOyhQAAAABJRU5ErkJggg=="/>
          <p:cNvSpPr>
            <a:spLocks noChangeAspect="1" noChangeArrowheads="1"/>
          </p:cNvSpPr>
          <p:nvPr/>
        </p:nvSpPr>
        <p:spPr bwMode="auto">
          <a:xfrm>
            <a:off x="97472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18" descr="data:image/png;base64,%20iVBORw0KGgoAAAANSUhEUgAAAEkAAABMCAYAAAAhvppvAAAAAXNSR0IArs4c6QAAAARnQU1BAACxjwv8YQUAAAAJcEhZcwAADsMAAA7DAcdvqGQAACKdSURBVHhe7XwHnFTVvf8559YpO9sXlt477C5NFAuKiiBF0ag8SxQTNS8mMT41L8X41JiYF01eNIktiMZCwEIVVBAMIAaUJr0uC7ssbJ2deus5/9/vzgzZwMIOaoqfz/+LszNz7jnn/s73/Oq9d6Tkc2L/O2VjX6tRXziUkAYSQe10swcBs7qUW1wQTgU0UPiH7YJ432j6rKlDXju+t+oJSPVFYFumKyI9izcuNRd8lyhRmGAs0zHzTplQuvvcXdcX8TsGTN+4FprOGpkTnxXEiiHD/mt/6LWX67UhjaYgLLPqVvhcE38BICltATegUCPkpqLE9l/3jN3ErtixNX0oa5z1WmJLysofqvbNfrnJXx43OO7gvzVQPBuICmqUzCxIbvlpj/jtwYnbNqWOZgeWfs8KYtnAwT+v1v/4WpOvPPYVIAiBGiaDnDHQ+D+B3A9X+f9ovjN0aOpodsiaJPHB0P4PHsmdNbvJPyJsCO/EXyWgvGEg6pUmf8VPj/hn8aXlg9KH2kVWJPHlA/r9zwHfrBcbfOc0fQUJygDlbgb5/9TkH/WTw/qLfOmgrIhqd7lizaBu/7M356VZdf6La5OEaF64AuLgjcHozDtOxLE/fPcmxT/Y1fuS2g08jm3o5/Gz1yXd3+ua7ottCJwX4Y0DZOZAEbwucNz7jO/w1ZsrPQbfUDaEJye+wwvbLRhQ4iPk9sLk2od7R2+l43ccwH6nQ3rKtnF86eDezxzNef6P9b5LWpJcdNVcEeWMMCGoRIUw4XOezEWLy5jJKfFJQuQyTpOCCvgIMlMGTlMYIJQLX3QYqEBAB60XPhjvwpL8jMMxJmAR1MV5YT1+COTQh7S4khfSc2VXuJBMJDilARkG43zQrmLuAZ9lBk3QCHPgnESGrwbIlCNzAq4TxjE8D8oL/QmBdnHUklmej5JvFCVW390p+c2SKz/b6y26DZyRpI1vlN3039U5ryxvUkl/zRa3Fsacw6ZCICliA32W0+hIotFh8nFHZo02JRW6DWuhJCSDhELYDY4kFcmu28KpvDWhiX66LXprNm1yZQvIYJZL5RLdoQ2WTAoVzvebhAUEdW3IfmzBWZjLJOFS0lN1RJHM+YqoJl0QtHmOJCBiCVptybREcVB/uOlSoBv8DmxcgcSRGBc0RuqtWrwJxIGVsiabkUpTEYN8Nvlzs19udhm9ON8hj3SJzRx73ebZqVWfijP6pOHcXnpFjjWvVBcERXE5E51B4GJJcJCRqpKgnRWX9FMd2lezeYHiUBX23oHdBeIkC7QnCAuKg+Cwu7RYdkmTA9oncRqDXQXlYHWmRE1YHZBBZcGIJhNywJDpTkNjQDJqHUNzqbYl1giaddiU4LjEoBtqM0nC3AcNmUUge41icgnnCcA58XyockCEW6y4NBeI66E5AjSfcC6oTgUtgXVdlmPOPy8olqSX3CbOqEkIvqxs8C37Au8ubta6dJIcEcN8FwiS4A1VtxDUH1UfzE3EQY1gx0kEBA+A8uPOoumB6sN5BM1XuIi4jChoakAImAgLwEToS2C4kGFRSTBmIA1MD71LKtkGckW9K8E5CFUo5RLQC2kPyZHgXKBpSFSpAsYKJJlwIgmGxhxKYTNQswScgjogDJLng9OCrLSay3RqnnH0+b7RiTmTtn/mLfY0aJckxOzZI37+2PGcHx5MUM9xw1q8dlwA+gBEyimmvoMc8A/b8S98Tzt7WLj3Gb+lm9L98D31t3X/DHAcak1qxhRAGbzPeC6kE/sgsBV74hzYB+XCftgOHHt9sG93v0t+0jH2xG23bbzfazwDzmhuGVyQZ701SLUbVOgNvgRCKaYBwksmVXjHV+vvGGpBW+CV6osnwRe2eePhhX3xlZmrrf6tx+E7HD7RlhmDc2T64CtzbjxP6vjfZMv0kUCjBqp289iQeAu6tQucv130Lrb29tfdzT6QAE3oqwzUKj+so6/Ot/btTnelWs+MrEii5++J9va5W3O8+PHVBpIUgODSy+dupiM3tqRaz4ysSEIU6e4OCK3g/1Dpv7pA+XOp6+YpYnu6qV1kTVJfXRwpUgXkZl9toCYVwjp6KM7hVEv7yJqkbpLTrAoXov6Xr0koOJKPqUTmhd+x/csGBkE/4XZvhWRlaoisScrLozGIEAaG2y8DSIAJEpuQQrkQ7hSFiByV81x4BeElQTboQLjD49jvyyIMUwxFcKOjZsfSTe0i6yWLj/v3mL6h4P2lzb6+cJJ069kDR1pwWh3qp36aw8uTthgYtUmXKCe5BpADRZ4jExr2SfRIDqO7g4rYoqt0rykzCxJEqNey39k24FBGJoaMQ2+PaLiEXrS3Mt18RmRP0l8Gd71hY+67i6L6IIl/PpJQIwIqJ+Mk072+PiHK9ti0pJZTNQqVsAUdwJZBY9AiMAsUrgqEBomo6yyJDf0VMqfQTz92NGZCnYj52OcBlnGTc43d885ruZyO3nEk3XxGfJFNyRqeaYGdlgUs/vumJue5d8N08pum1GmrkFg9ZTYcNCBvRluGj967AWWJAx8kON55M5eufcNgs1c0kyeiYbev3xZfxO4huUS3lzWyJ0mGAonhlYyzAxIEVT2Z4Evy5z9rFlMXWZKynzDwNRTMinCYEcq4lE6f9MJ2PI79TCDRt5uwGQuT7LldzfxC3eAm9oGuZwubgNXasJ4skT1JgsmOEHrmQla2sICgK7UE/826sOj7F1cyoYEr6YNnAyAEx9kJSstWOtLTm8LiMhWI8hjNHig+uFSNGDZWR1khe5IMRbM58WeuGmYD9EEVmiEe3RgmHT8VkpkptL4AoKT3HH+PNY70i911Ypg/wfFKY7bATbYd4o8ZPn+6qV1kLXK1wXMsxtRUDd8+0OjzFFd8jUquHvMJJ+QKGa8bnpU3OAkQLyTbJbJqiuryEN8yZIq4sLgPDzEr+3gLu2xKTD2eZKF0S7vImqTDhpwX5wwL9ayAt25Hy0Ks//gCere4hr5YNsqtHBJypQKHyy4UB7iqLLUSA5lkcaLIBmksC7hzZ0517/3mr8TD/X4iVQeupxUBSbhn4QdiLlOqHDk3/bVdZE1SZYJ3aTKJls0AXH8QEp6u0XxRXVfMKusL2AuVY6X73KvoUwPGij0j8lxS4HKVOYRBXnRasjKaI5mkaajO3/jGFOf7X3+CPDn4Pmm3GCzJjk2r5f6sc25PrlM7K85R/maHaDWW6J5qaR9ZkxR2lQFhwcCrtC8KbmoxJItuXQcRt1SqyQ5ROKe1jfns1YOjpXui19JfDRwn1ld0cuwunCvMEX9HFrxL4ABl2RCNQwN8zu1T3Hu++QT5xeAfyTuVIRLFpFKYILxDIiSHCH0gXhLOyuRQ/ghkHhGH9ks3tYusSBLbB6kNttQLxcrG3HCtudDRigYh0qZGULAZmblEp7CwFh9bsL9MerB5Cnu09HKxenQ3nuwKQU9yPLNSqSlaBmvuWzOv5A98/XHxf0PuZ7voMKbaNlE5uu0UHTizTYAzpRPJlYTIxuJwDAaUY5bcU1R211OtZ0Z2mlRNO1QapJ8BTjcbkhCqYJRDUdaW3BJDIlwSifrY8iODpB9VT2MPlEwRy4b3cevP87tvzJzEv/vNJ+gvhv6YbdUqJAGJliIwJT8VGG0FU4nq3S5onyWUP+EIcshgfckOf4dU65mRFUkbI1L34w7raeHNs3TbGQGdTO/6PqTNZxiAmqWBZmEy9cmRHtKvj1/MXj1/An+y/AG2g5UxxXaoCpkQS2tO2xBE4jbeAQGG2pcOe4AlkwZX6rYprGfll7IiabchjaqylEC2DgyjUYQLKuXEBF5Tbg9oijqYWiKmkIZ4iLlcAZ/Ttua0Bm6ZQrlQnToC9XHWhQquo8qSgns4G5NqOTO8dcMesI3zK8Y/M3vko0++MPKp+XOG3yFW9yn2egCqLHUU3tJhuFlZAHPGBhdMpKie+BQHdjk78fGuMJAF1Ug2LhiDHyMBkiSSsYc0wvnwvNkA19EAVckBWxqNa8c2sWJIh7dfG/6tJ2eNfOqZl0c+unH+0PGZYyAWkea/PuJ7L9X7HvrMUEJ4L62jzPn0fGPhj3ofm0nyCPn6mk7L57f4Rp7NxVsHtOMKmXDno3G0sq6YSlL7WSR1HD7+uhhfNuB2meCNsnYAxkgG8e1cHP4FeS9sMYVlV1riVlOJkWm5xrZXR8YuJQnLfawq9NJbTf4r63BzocdQv91yS6Hx8LXqxqfY0cVD+i4I63e/H1VDdUlBmuG1JSaxd8PKtG1N+aPI8ZyOxyza0wRnly1BCAHas02ySbf++yDE8yxcKgLiVnYdPS3yQ2zrFF0qtkRj4Lazr71xHehf6yzaLdZESja36Oe816xd+VmcUlx/nUHI8oieuxh4aVCH9mHNrqRHHaZhBoynQZXFmGQIymuSxL8/KRdYlOVkaWkngKl5taGww6WH6LAeh7nj4P60B7yhKAGjZ+6J2yWIQsqtVe6u+vX0ONc9uc8KcAoICf7dMVp0NC7rce7Vz948yAPlnCQEVRttWWODu0YrR/rNT/Ogh/fogTdDqmOOLNkQ1YKOOGsRPMgw24eGxOjwT0V5tyNAVNspQWuAAp6xCxIEBQoZ4ax1o7Uv0/VxyuTPc20Jhpjwt9GVglRGvT/R7PGQp1Iywmdu6N81eojRkQdbbitOPHptfnJ/CIoO9EkIRin3y65lOAzijndj/qyBY1wukSW2K2mj14nRfQ+61IU8GYJAe2SdDCQHUklIG2RynrOCu7XPkBUteFUKt+LzwCvVKQPkqcJR0s8k4PpzdUauz0/su6vEeIyO2R/xvHenq7Z/+vPu0Wu+XRhfVaieyFwhLxVuriySEMazdRWnADUy4UjkTZtLdcM/pmPPW+90zQ9DzSIR4M67X3864DnR9yA5BMjoRQ6JC+NPO9WH/0CWNBuweXIq/KSR6p96bx94CZiIoEQtUAEYBouE1hKVi+8UR9//Zc/E9PypqQdQT5wDn6x4sHv4W+OCVg1eB4YTsZig+kDdwFtJ7SctaaCAqK4WKDA+goNAYxWgUSsTKvug9KCUd9GHfOyojU6/Dsd5EEM+p8KxFWLDiwt4pz6IXDqRqSRyoUQZDBFsXGKWW1D7M3d55QfSmpjiaVBGeFwclhoueDMNJIDAKjIWcTqg1vgEd3oqVlNDUmhQRzMOSfulIevwjwYY39ImfHbi5mXrjSAkZDdrFIoAOFGCU6kyKRUHuiZr8yVSq2TplvDJMzBd/r2OEZ4PVauRdjI4Gh1jlaHSJdyS3++2l5kXrBKDLn+fjzjvr865FVucMWU7ec+c/XSMucQ9N/66Ozzye2dQ3Y94suoR8e7BJWxRXVg+4vjw8RtvPpwXycF8dWzA5L/sGubz+jaIZ3o08dEBi5+JKBnWE1LEsY4lRnWTS0sMfNwJ2iVKbeIzI6leKZwgCZilS6rybv/EULuCHyPNDmMweBApO1g/wMf3a2A37UW4JAg80m/we0oj5J7SKH2+VxOfkGtwfNQFyUN4F6QgkTtmKuwDQ5bmSnHp/Y6H5I/6bpM2DtlKX4vukLbsfZZ9XPkaXXHoA3nu0RrpwwiVjrs6BRftPTWCQO1BHwBBh/+qWzN/olsz7aa5NOwwcUHIlH5Q2nLaKwO4Dh3W00fne8jYPXXNLhvY4lJwDYJsiKvd390XvC3d1cMJkna9XTbppTr93v1JScYdj4AGHDfkCvio9PM7a/ApNcizvL5tAS+hdpId/kCnKClWOFvS5BOfJRTySNcwebhzmHeQXXx4yuuLf9FXafgFzLDB0GhlUqe7E5q0y1ClfbZOD7tB1kz8kPPJULzi80mpcd4QWKQP0uYHSiPusz2baVfFJT+pyRM3Hyig3z+cT/YmZdFLd1mpgs9jniozrqMAMo2+uruWHC1Vj5m0LIoPlwF7+wymzK7T/2v3WxVXpLunSKpbNGD4b475f7c8ohVBKeQJY4Bj2ZFkFYcWlA0aF7AWD9bthhNSngTMpX3g+77fISpGBG1mwSIWN/vIj4/ksfur8sgQ3abP92gko/zmKb4Cp8RniHDhDvgmJAO1zXuOCHYWzQlM3ztHa+AlGD84sxLZpcdsiaxu0SBTJmR6XoJ21xyyMqwLfHQQn006GcjbQM1uvDg/uejgxg6DdxlymZkp3kGQ9yJah9/U6n+IvTu4DJsksapf0a8P5f3htbB/RBJWl3E9qJLgwANwwroLbtjy5uGdHYZtNrVhSSja/96ReY5a3FQUF7eVxBk+E7k9rojL8gwSZIIsDvvpJ3FVzChKsBEBS7wf9oFZMooXNlpjUijJx4Fp1tuMtLjgl+E4RuXxIUNcmGMRfIywyZG8cXgMIgndBZo6MmiJkTkW66S6YkZhgozPN8mrjQHyu+M5NArnQY1tDSQ7V6Pka/nGoqkzNj+/4K9dvr0wrF8Wwadl03M70KnKVfIdm/ZY+d2cd6Uhl/X6xosN+t2HklhRpyZCYOcwmEJAEj2nhf0LemnSth0x6erdpuxvfWL0NRU+izzapYUGIWV5+lhQPFidT+Ow0FuK42RyfgLVmgzyOTg/XdriI5DlnyhGcZ/RDT/WrYXeCP3XRHS+HzJ1FFiFqPzD0oi4pTghbYyrdJehnPBJKEMTzFMPPujCHJOMzrHZQUMS9x7Op0vCfgYaSDN9WwNN7eIcq+m+jtZ3fTXF+lM1vl+vj6sh1NpMdzx3FHwUbFbvfJkeYVti7KoDlgSR5+/V0hsAMXV1VOv2Ym3ufZ2mbvlkeoH53KAA9/xPBvhsIqr7/Ga/wCdgBwAZXTVHzG0K0G8eKgASGbk816ArWjT3f4+GyFFbAuFPPRfOiZEQza410DzR5NpywBpoKsjH3mr0eZkhPq953AbtgfnbIgjPMSAgyLUF5vM9pm/65KUa7Qdr4mpnXOfJ3ZGPgyDrtqh0NWuw2dAY6O7JJoTA3a42KHm9Sbt11ZyKm2eMO/bYjXnxBV384gRRuKPHwQwerw2x/6zMJ51Vl7zSu4F8oyTKW8D0NkYV8DOCfBTV6BvN+ExuKnx/GUCZ0THPqg/STXGVT8o32G2FccicTz0DytvZR8iN+YnFN06oemzlvOEz5zRoN9bC+jJa3Ro4dwR4qbPpEMaF0E7evdZAj78+qvhn1eu/rNlYVHFfaf23bitILO8aQL+QyoFw1/BE62I6u+tQAZ3TECC3FsXIwn715OslCQkiES2UoeLK4oLU6Tqcjlh0EXWuTH93PEgWN/r4DkPBnwaemAY/oJwo79cLEh/c3zly5551Xc554bjvZ2DCGq7vdMAjUNUpLKTQQ5gznFY4EEKA53+nxVf6SLX/5UaR1+0nY45d/50O8dfK/Y7ALDVTGAMZJAZG/2x9DrujspAuDeugQar722M5fGHYB4XoqTUgfveEQYMBtwC0ez+F8EyMU0gcvWte3uWlk8dmoKOmxjT2/SP57IOoD68qeV1RLpQP5fxOUXLuQ2Oj1+03tQH/W62/uKxFKxFQ6Z8iUBooE/ISVESVdNP00kHbLHV0xru3BZzIBnXbYysFhy12aWdT2Tl9RvLXXap5PfiBIY1Czm1xUpkvahS+oLqma8DE3mn20Y/jOsMHHtA02wKEczHUZ0KUspkOY4/ZTOQwwS8JmWxagYFP+4tXmwICfyHQlmlkgJELtRotAx/S6AjmNSHXOnJ3R+PBm2+ufeijlaFJvz3mf3Z+WO9qA4OnkweBBHeC8ZPzzbnSwzeWOtuS0uRKS/KdaRDaqAMatceU8ytNaaK2T4ipM44+e3kTfUfD6hNys2Yqa5jT4M6jsFBAEonBQXhvy+dlAN3pIUMmhZBwngPh/srcJJmSnxRIEob+5+qCYi2YMhIE/50WSA5qTj6E+PODVuSmYuOlBztGvjtkZMvat5cV/+DpY4HH3m1Ri1wkCCaC7l5AaEs2nGe0327+j+Lko1TUlPp/u6zLM0/UBW9pMk9lN5P84UJRQJzUpYz00x0yqcBadX1+8pHya+MfVy70ly9o1O/6MKJM3GYoHY5beEkk9SB8NoD0CzNw0V11SKnicBVqbNBOqRqKXoiIsKjTX65BpyyDgB0hwx7mc45dGDKXXVtsPdt1ct32zW8WXfR2c+DBRc3auXuSqawa50GpYK0iBJk3/hCn9dyokYWg0vd3iM/+zqVHv+0d4+8NGDJzX/6yN5p8XTAcIrMey/Dn3IAp8KdPyyM+j/AM6w6cyg8pLrAduShkLbq5MPl8p6u2fdzyzoCyl+tCMz6NS1dvSaq9QOs8stCx4NjTLRSBl02QLNREBEqO/U++4+LJhu/QQQWV6KW5kKvZ+0cFrbdu72DNVSd+tuPAgooL5jXKd62JqBPXJ9RAAtxJJs3xxsLHyblJd7DPFq83BliNAzqfbqcyIzMKjaqne4Yn6ZN27jwh8+q5ZTf9oib43KqI5scCF21ycl6SX52b5BuimthqyHRjEn9D9DcgifjbmnyVkCGaHR0XstaeEzJfGN8tso64qjT/cHDqurA8469xtbzKlkONIKgLhLVOWs8WqNlod0Vwzt6KHTkvaG0aHRSvT+sfXUJ4UizeXzAW5L3jo5g8dqelBMImWAGsHM0LycFcDOvQiblJB9yEGBsy6G4w9T/VB6R68KPomC/PNWM/7JK4Y8zXtszBc54QFzf6/Xkjvvd4tf/xdRHZsxLMpMv9JvAgxPCATeY2Bug6iCKQjIIT+huQLAd2NQiaNUizybCAs/6coPPmzd0jb5EL91bveXPohQsj/qu2JqSpm5Nqt0Og9gI0FgXPhi+Y3ksUsSbp6QOT0q3qkQFn0dW51vxe12xZQ5YP7vWnWv/0j2PSVZtjysg9lgy1J5gTLip9AiQXfzzUR3f4CNCebpDw+iCAVlmMvR/xSYctiaIfghLIfKBL8gfjr9v0NCwJef17GZHwJXOH3/P7o76fQSarYwTA6n1qXoL31R2BP8vCyVa0+KQjtgzh+W+pPAJVFXMSH6gKjCNlul11YZ79zlUdks91mdi4P7kyr3hRrf/mVWHl5tUxrR9ESoJOFP3d6YAajf6mh+KK84P27ovyrNeuCNmv542prT+ysfPAxbXqt1dHpcu2GFqnWqj7TGDjZLkQOVC5TwKrkICIbqqNpRHflZTppwlVaoSoqcE5wG0k7ik1fnzZ9Z8iQeiaPLQp3kdzK2b+/rj/58ugGo6Z3HsYYWIowSH8UayhbiiI82UtProhrnlPUJw8SWbn0WcUaYIM91kt5wStpVeXWC8NnLJ1BVk9oMNbNcFblzarMz+Man1qkkAEjGo9TypAUNIdKo5LgsaOSbnmrCkD4q+QEXtbtrw9/PKFDfLMT2LqFZtNxd9kYfoBmgljWs+Bq0TzKtctcUtRwt1vMJIDnSCloJi3HXNkr4QJQpSYGLKOfrdT/L9HX7v5ldTov6HNqP/im8c2v3FX/iaQe1itK5dC3kKrLJlBZBWX5xkcf4wHqisweTxgKV6Ix0VlBMR39IJYNKLD3G/K+nZDHbohrEw7vKPjuZqgNZdft+mVaXH/QsVhmsXJwKNcUTEXw3GeaYDgUIhGbis0/vDTXs3/2X/ajg/Xru1+6ay1XZ98tk6/992oXrYrISkWaiKcJxMUvA2CPxgAemkOnxIyeKUl08F+m+RDAPoENhYTzzrwP+jbukIuNKMg+cn3OyfvLJu+eTEMOwWtiT8F4oOK7s9Vyz+cV6/f8klC8SVtTs4Jmry36nCIJvRliAqDfRZfG9dpIxAJ4Qj2vm3grqJm4c+ohmqWPS7PWTY53/rDiGs2rdy5sPyi54/6frmkRRtelQTTAu2ZkpfceGdJ8oH+01vWrZ1XOHF5WP7Wyog6foepMrzWhZWHF45awTNNaCxgrrgkJ8mH+m3vh8v409VdSRU3i+00FbzyD/4T8qCAFbu+wJo9s0vzL+ml+2rS05yCM5KEEHv7aCs3h65Z3KTd/15ELd+TkEgpczA1cHtDrhSFlX8aVekkiIQLwj4UBrNijy2c/OQToN/CbDgXMs1ynx2dGDIW/kdH68mSQLzhiQMFD21IKDeNCdiv3tun8ZFDDbmd5zRJ9y1v0SdBTeZrQX/TyixRa7wE0vsGFb5u8TK/Be82H6A5UNowshRSl51JidaCM68F36OC7fT1czIhZGyaVuI8fv7VGxeAOKDvp0e7JGUgVpR1nnNUuROSspnr4krnGpNBlDF5f9UR5+UYpAVKh72GQkKSIAua/RL+Hhd3EXcN772c7JzRJPCX30U6IWN8Zv01hdb/3dCj6VWR9JfQkNU4e2/otgUN6t0bklp+M1TjmTCOxCDwTgyW1x0ULsD8xciAwUuhiD4AmjLQZ4kaU6Z7DIVCYstaIGuXYHA3nZOxfqtmamHyj9P7JZ+jo3bXpqc7I7ImKYPmJWXlc+qUmati2nXr42qHJljAaN3AGlgM91vi/JDJKyGnQj9QAxGwGpLJBofhnVL88THseiosozPEBXtkQUNfCO1T840V1+QZr7/WqN+6LKJfeABSBQaqguQgPHOCd9TSPuDJBkLELYIoWhGwRIhxsh9I2W+qfK8pSX/FoILLg7l7wNwjfNax8bnWvBsKE7ODk3duSc2YHc6aJAS6g5p3Bg1b3uC/+f2wct2GhNolAQRoUFVPCCXdgZoljtiS+Cjuk+4oivIPYzpZ1OyTeoBrDgA7SF6dzbyrjxgeHaAL79MVQiTsqbl8nyGxePr3I/mSK/A2oAvH++gW2WuoeE2bXpsf57cXx8XyFsgqwUOBOdIqGFdpy5CGSBRzti6SI0YG7SPjQvafryhIvl4yecc2IDhlnWeBz0VSa4gPB/ZdWK1PXhXVpmxPyCMrbSUnCeEKL/qrQOeEXMOd2+xnq6I+6eq8mHtu0BIxYGWvqUgBqPR9EGSOgukakIMFISeLQnnQ5FBRrAiC/w8CUAcuU067a5ziJbtFYT9dBslfFwX8YtB0D4HGHjUlVu0qUExjygCVtmy1DA3wTy7JNRZOKHKW0su2HUyL+7nwhUnKQKwbVLDusDRkR1K/YltcunJTXO7TKCS/Cmp3DPKYRoeRSbkJ1wFHNMhn8xD4D/wtP/gTGrZlHnYJ25zQ6bT8ON6KEjqkF0UyR7MlnYC8COT9kO3TJIzfbKjeZTXvKieEs2KYq7dsJ8oD9p6BQfedYT7rvTF96XZasTWcFu8L4UsjqTXElg6Bwwc7jl0SVq74NKletCMmlR+0ZRaD6KTB6mDx6I54F9XF/wkD3kaiAXA+fkhaK0HD8P4dWBdZD/lMDyheww4lUIBiEPDkRYefB1bWV3HcihxnM/ibVVcUWO91KGpeR8+rhtT0y8U/hKTWwN/JLTjiG7ctKc9YGZYv2WGpWrOZSgCRKcx18EIFfsMbBOibUCg8hg4br1Kik8ceHjmQ0ZZpRmJcrrtyWI49Z1KJvZpevK0auvzD8A8nKQNQIGXPoorxbzeody5vUiZshrwH6yxMDZCQDE4WCL/jzU6/97yQHbs8z3pnRnHyhc5Ttv0FOMPE+h+OfxpJGYjaYYE1a6Qp85t8DywLqxWVeL8PaGpLECQPry70gfxmYr614doi8/HRwxuX0Z5VRqrHPwf/dJIyQDN8+Yj/3lfq9Ds3RBUfx4t9raTB/EmB0uG8oB2/pcR86oY+8afoOTuPpQ//U/EvIwkBJkjXzht+y6x67ZFFYb2bAXaF5ocFbgh8z/Q8Y//tJeaPR35t07z0kH8J/qUkZVC3eOgFjxwJPvdGs28gXmfvAJX5TQXJjQ92id0VuHL7p+lu/zL8W5CEiC4dMuzBw8EXl8f0EVeHkqsf6Rf5Bhu3a1/68P9HBjvfGj7mjT+P+nPtslGD003/BiDk/wGqq5EagVOyhQAAAABJRU5ErkJggg=="/>
          <p:cNvSpPr>
            <a:spLocks noChangeAspect="1" noChangeArrowheads="1"/>
          </p:cNvSpPr>
          <p:nvPr/>
        </p:nvSpPr>
        <p:spPr bwMode="auto">
          <a:xfrm>
            <a:off x="112712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20" descr="data:image/png;base64,%20iVBORw0KGgoAAAANSUhEUgAAAEkAAABMCAYAAAAhvppvAAAAAXNSR0IArs4c6QAAAARnQU1BAACxjwv8YQUAAAAJcEhZcwAADsMAAA7DAcdvqGQAACKdSURBVHhe7XwHnFTVvf8559YpO9sXlt477C5NFAuKiiBF0ag8SxQTNS8mMT41L8X41JiYF01eNIktiMZCwEIVVBAMIAaUJr0uC7ssbJ2deus5/9/vzgzZwMIOaoqfz/+LszNz7jnn/s73/Oq9d6Tkc2L/O2VjX6tRXziUkAYSQe10swcBs7qUW1wQTgU0UPiH7YJ432j6rKlDXju+t+oJSPVFYFumKyI9izcuNRd8lyhRmGAs0zHzTplQuvvcXdcX8TsGTN+4FprOGpkTnxXEiiHD/mt/6LWX67UhjaYgLLPqVvhcE38BICltATegUCPkpqLE9l/3jN3ErtixNX0oa5z1WmJLysofqvbNfrnJXx43OO7gvzVQPBuICmqUzCxIbvlpj/jtwYnbNqWOZgeWfs8KYtnAwT+v1v/4WpOvPPYVIAiBGiaDnDHQ+D+B3A9X+f9ovjN0aOpodsiaJPHB0P4PHsmdNbvJPyJsCO/EXyWgvGEg6pUmf8VPj/hn8aXlg9KH2kVWJPHlA/r9zwHfrBcbfOc0fQUJygDlbgb5/9TkH/WTw/qLfOmgrIhqd7lizaBu/7M356VZdf6La5OEaF64AuLgjcHozDtOxLE/fPcmxT/Y1fuS2g08jm3o5/Gz1yXd3+ua7ottCJwX4Y0DZOZAEbwucNz7jO/w1ZsrPQbfUDaEJye+wwvbLRhQ4iPk9sLk2od7R2+l43ccwH6nQ3rKtnF86eDezxzNef6P9b5LWpJcdNVcEeWMMCGoRIUw4XOezEWLy5jJKfFJQuQyTpOCCvgIMlMGTlMYIJQLX3QYqEBAB60XPhjvwpL8jMMxJmAR1MV5YT1+COTQh7S4khfSc2VXuJBMJDilARkG43zQrmLuAZ9lBk3QCHPgnESGrwbIlCNzAq4TxjE8D8oL/QmBdnHUklmej5JvFCVW390p+c2SKz/b6y26DZyRpI1vlN3039U5ryxvUkl/zRa3Fsacw6ZCICliA32W0+hIotFh8nFHZo02JRW6DWuhJCSDhELYDY4kFcmu28KpvDWhiX66LXprNm1yZQvIYJZL5RLdoQ2WTAoVzvebhAUEdW3IfmzBWZjLJOFS0lN1RJHM+YqoJl0QtHmOJCBiCVptybREcVB/uOlSoBv8DmxcgcSRGBc0RuqtWrwJxIGVsiabkUpTEYN8Nvlzs19udhm9ON8hj3SJzRx73ebZqVWfijP6pOHcXnpFjjWvVBcERXE5E51B4GJJcJCRqpKgnRWX9FMd2lezeYHiUBX23oHdBeIkC7QnCAuKg+Cwu7RYdkmTA9oncRqDXQXlYHWmRE1YHZBBZcGIJhNywJDpTkNjQDJqHUNzqbYl1giaddiU4LjEoBtqM0nC3AcNmUUge41icgnnCcA58XyockCEW6y4NBeI66E5AjSfcC6oTgUtgXVdlmPOPy8olqSX3CbOqEkIvqxs8C37Au8ubta6dJIcEcN8FwiS4A1VtxDUH1UfzE3EQY1gx0kEBA+A8uPOoumB6sN5BM1XuIi4jChoakAImAgLwEToS2C4kGFRSTBmIA1MD71LKtkGckW9K8E5CFUo5RLQC2kPyZHgXKBpSFSpAsYKJJlwIgmGxhxKYTNQswScgjogDJLng9OCrLSay3RqnnH0+b7RiTmTtn/mLfY0aJckxOzZI37+2PGcHx5MUM9xw1q8dlwA+gBEyimmvoMc8A/b8S98Tzt7WLj3Gb+lm9L98D31t3X/DHAcak1qxhRAGbzPeC6kE/sgsBV74hzYB+XCftgOHHt9sG93v0t+0jH2xG23bbzfazwDzmhuGVyQZ701SLUbVOgNvgRCKaYBwksmVXjHV+vvGGpBW+CV6osnwRe2eePhhX3xlZmrrf6tx+E7HD7RlhmDc2T64CtzbjxP6vjfZMv0kUCjBqp289iQeAu6tQucv130Lrb29tfdzT6QAE3oqwzUKj+so6/Ot/btTnelWs+MrEii5++J9va5W3O8+PHVBpIUgODSy+dupiM3tqRaz4ysSEIU6e4OCK3g/1Dpv7pA+XOp6+YpYnu6qV1kTVJfXRwpUgXkZl9toCYVwjp6KM7hVEv7yJqkbpLTrAoXov6Xr0koOJKPqUTmhd+x/csGBkE/4XZvhWRlaoisScrLozGIEAaG2y8DSIAJEpuQQrkQ7hSFiByV81x4BeElQTboQLjD49jvyyIMUwxFcKOjZsfSTe0i6yWLj/v3mL6h4P2lzb6+cJJ069kDR1pwWh3qp36aw8uTthgYtUmXKCe5BpADRZ4jExr2SfRIDqO7g4rYoqt0rykzCxJEqNey39k24FBGJoaMQ2+PaLiEXrS3Mt18RmRP0l8Gd71hY+67i6L6IIl/PpJQIwIqJ+Mk072+PiHK9ti0pJZTNQqVsAUdwJZBY9AiMAsUrgqEBomo6yyJDf0VMqfQTz92NGZCnYj52OcBlnGTc43d885ruZyO3nEk3XxGfJFNyRqeaYGdlgUs/vumJue5d8N08pum1GmrkFg9ZTYcNCBvRluGj967AWWJAx8kON55M5eufcNgs1c0kyeiYbev3xZfxO4huUS3lzWyJ0mGAonhlYyzAxIEVT2Z4Evy5z9rFlMXWZKynzDwNRTMinCYEcq4lE6f9MJ2PI79TCDRt5uwGQuT7LldzfxC3eAm9oGuZwubgNXasJ4skT1JgsmOEHrmQla2sICgK7UE/826sOj7F1cyoYEr6YNnAyAEx9kJSstWOtLTm8LiMhWI8hjNHig+uFSNGDZWR1khe5IMRbM58WeuGmYD9EEVmiEe3RgmHT8VkpkptL4AoKT3HH+PNY70i911Ypg/wfFKY7bATbYd4o8ZPn+6qV1kLXK1wXMsxtRUDd8+0OjzFFd8jUquHvMJJ+QKGa8bnpU3OAkQLyTbJbJqiuryEN8yZIq4sLgPDzEr+3gLu2xKTD2eZKF0S7vImqTDhpwX5wwL9ayAt25Hy0Ks//gCere4hr5YNsqtHBJypQKHyy4UB7iqLLUSA5lkcaLIBmksC7hzZ0517/3mr8TD/X4iVQeupxUBSbhn4QdiLlOqHDk3/bVdZE1SZYJ3aTKJls0AXH8QEp6u0XxRXVfMKusL2AuVY6X73KvoUwPGij0j8lxS4HKVOYRBXnRasjKaI5mkaajO3/jGFOf7X3+CPDn4Pmm3GCzJjk2r5f6sc25PrlM7K85R/maHaDWW6J5qaR9ZkxR2lQFhwcCrtC8KbmoxJItuXQcRt1SqyQ5ROKe1jfns1YOjpXui19JfDRwn1ld0cuwunCvMEX9HFrxL4ABl2RCNQwN8zu1T3Hu++QT5xeAfyTuVIRLFpFKYILxDIiSHCH0gXhLOyuRQ/ghkHhGH9ks3tYusSBLbB6kNttQLxcrG3HCtudDRigYh0qZGULAZmblEp7CwFh9bsL9MerB5Cnu09HKxenQ3nuwKQU9yPLNSqSlaBmvuWzOv5A98/XHxf0PuZ7voMKbaNlE5uu0UHTizTYAzpRPJlYTIxuJwDAaUY5bcU1R211OtZ0Z2mlRNO1QapJ8BTjcbkhCqYJRDUdaW3BJDIlwSifrY8iODpB9VT2MPlEwRy4b3cevP87tvzJzEv/vNJ+gvhv6YbdUqJAGJliIwJT8VGG0FU4nq3S5onyWUP+EIcshgfckOf4dU65mRFUkbI1L34w7raeHNs3TbGQGdTO/6PqTNZxiAmqWBZmEy9cmRHtKvj1/MXj1/An+y/AG2g5UxxXaoCpkQS2tO2xBE4jbeAQGG2pcOe4AlkwZX6rYprGfll7IiabchjaqylEC2DgyjUYQLKuXEBF5Tbg9oijqYWiKmkIZ4iLlcAZ/Ttua0Bm6ZQrlQnToC9XHWhQquo8qSgns4G5NqOTO8dcMesI3zK8Y/M3vko0++MPKp+XOG3yFW9yn2egCqLHUU3tJhuFlZAHPGBhdMpKie+BQHdjk78fGuMJAF1Ug2LhiDHyMBkiSSsYc0wvnwvNkA19EAVckBWxqNa8c2sWJIh7dfG/6tJ2eNfOqZl0c+unH+0PGZYyAWkea/PuJ7L9X7HvrMUEJ4L62jzPn0fGPhj3ofm0nyCPn6mk7L57f4Rp7NxVsHtOMKmXDno3G0sq6YSlL7WSR1HD7+uhhfNuB2meCNsnYAxkgG8e1cHP4FeS9sMYVlV1riVlOJkWm5xrZXR8YuJQnLfawq9NJbTf4r63BzocdQv91yS6Hx8LXqxqfY0cVD+i4I63e/H1VDdUlBmuG1JSaxd8PKtG1N+aPI8ZyOxyza0wRnly1BCAHas02ySbf++yDE8yxcKgLiVnYdPS3yQ2zrFF0qtkRj4Lazr71xHehf6yzaLdZESja36Oe816xd+VmcUlx/nUHI8oieuxh4aVCH9mHNrqRHHaZhBoynQZXFmGQIymuSxL8/KRdYlOVkaWkngKl5taGww6WH6LAeh7nj4P60B7yhKAGjZ+6J2yWIQsqtVe6u+vX0ONc9uc8KcAoICf7dMVp0NC7rce7Vz948yAPlnCQEVRttWWODu0YrR/rNT/Ogh/fogTdDqmOOLNkQ1YKOOGsRPMgw24eGxOjwT0V5tyNAVNspQWuAAp6xCxIEBQoZ4ax1o7Uv0/VxyuTPc20Jhpjwt9GVglRGvT/R7PGQp1Iywmdu6N81eojRkQdbbitOPHptfnJ/CIoO9EkIRin3y65lOAzijndj/qyBY1wukSW2K2mj14nRfQ+61IU8GYJAe2SdDCQHUklIG2RynrOCu7XPkBUteFUKt+LzwCvVKQPkqcJR0s8k4PpzdUauz0/su6vEeIyO2R/xvHenq7Z/+vPu0Wu+XRhfVaieyFwhLxVuriySEMazdRWnADUy4UjkTZtLdcM/pmPPW+90zQ9DzSIR4M67X3864DnR9yA5BMjoRQ6JC+NPO9WH/0CWNBuweXIq/KSR6p96bx94CZiIoEQtUAEYBouE1hKVi+8UR9//Zc/E9PypqQdQT5wDn6x4sHv4W+OCVg1eB4YTsZig+kDdwFtJ7SctaaCAqK4WKDA+goNAYxWgUSsTKvug9KCUd9GHfOyojU6/Dsd5EEM+p8KxFWLDiwt4pz6IXDqRqSRyoUQZDBFsXGKWW1D7M3d55QfSmpjiaVBGeFwclhoueDMNJIDAKjIWcTqg1vgEd3oqVlNDUmhQRzMOSfulIevwjwYY39ImfHbi5mXrjSAkZDdrFIoAOFGCU6kyKRUHuiZr8yVSq2TplvDJMzBd/r2OEZ4PVauRdjI4Gh1jlaHSJdyS3++2l5kXrBKDLn+fjzjvr865FVucMWU7ec+c/XSMucQ9N/66Ozzye2dQ3Y94suoR8e7BJWxRXVg+4vjw8RtvPpwXycF8dWzA5L/sGubz+jaIZ3o08dEBi5+JKBnWE1LEsY4lRnWTS0sMfNwJ2iVKbeIzI6leKZwgCZilS6rybv/EULuCHyPNDmMweBApO1g/wMf3a2A37UW4JAg80m/we0oj5J7SKH2+VxOfkGtwfNQFyUN4F6QgkTtmKuwDQ5bmSnHp/Y6H5I/6bpM2DtlKX4vukLbsfZZ9XPkaXXHoA3nu0RrpwwiVjrs6BRftPTWCQO1BHwBBh/+qWzN/olsz7aa5NOwwcUHIlH5Q2nLaKwO4Dh3W00fne8jYPXXNLhvY4lJwDYJsiKvd390XvC3d1cMJkna9XTbppTr93v1JScYdj4AGHDfkCvio9PM7a/ApNcizvL5tAS+hdpId/kCnKClWOFvS5BOfJRTySNcwebhzmHeQXXx4yuuLf9FXafgFzLDB0GhlUqe7E5q0y1ClfbZOD7tB1kz8kPPJULzi80mpcd4QWKQP0uYHSiPusz2baVfFJT+pyRM3Hyig3z+cT/YmZdFLd1mpgs9jniozrqMAMo2+uruWHC1Vj5m0LIoPlwF7+wymzK7T/2v3WxVXpLunSKpbNGD4b475f7c8ohVBKeQJY4Bj2ZFkFYcWlA0aF7AWD9bthhNSngTMpX3g+77fISpGBG1mwSIWN/vIj4/ksfur8sgQ3abP92gko/zmKb4Cp8RniHDhDvgmJAO1zXuOCHYWzQlM3ztHa+AlGD84sxLZpcdsiaxu0SBTJmR6XoJ21xyyMqwLfHQQn006GcjbQM1uvDg/uejgxg6DdxlymZkp3kGQ9yJah9/U6n+IvTu4DJsksapf0a8P5f3htbB/RBJWl3E9qJLgwANwwroLbtjy5uGdHYZtNrVhSSja/96ReY5a3FQUF7eVxBk+E7k9rojL8gwSZIIsDvvpJ3FVzChKsBEBS7wf9oFZMooXNlpjUijJx4Fp1tuMtLjgl+E4RuXxIUNcmGMRfIywyZG8cXgMIgndBZo6MmiJkTkW66S6YkZhgozPN8mrjQHyu+M5NArnQY1tDSQ7V6Pka/nGoqkzNj+/4K9dvr0wrF8Wwadl03M70KnKVfIdm/ZY+d2cd6Uhl/X6xosN+t2HklhRpyZCYOcwmEJAEj2nhf0LemnSth0x6erdpuxvfWL0NRU+izzapYUGIWV5+lhQPFidT+Ow0FuK42RyfgLVmgzyOTg/XdriI5DlnyhGcZ/RDT/WrYXeCP3XRHS+HzJ1FFiFqPzD0oi4pTghbYyrdJehnPBJKEMTzFMPPujCHJOMzrHZQUMS9x7Op0vCfgYaSDN9WwNN7eIcq+m+jtZ3fTXF+lM1vl+vj6sh1NpMdzx3FHwUbFbvfJkeYVti7KoDlgSR5+/V0hsAMXV1VOv2Ym3ufZ2mbvlkeoH53KAA9/xPBvhsIqr7/Ga/wCdgBwAZXTVHzG0K0G8eKgASGbk816ArWjT3f4+GyFFbAuFPPRfOiZEQza410DzR5NpywBpoKsjH3mr0eZkhPq953AbtgfnbIgjPMSAgyLUF5vM9pm/65KUa7Qdr4mpnXOfJ3ZGPgyDrtqh0NWuw2dAY6O7JJoTA3a42KHm9Sbt11ZyKm2eMO/bYjXnxBV384gRRuKPHwQwerw2x/6zMJ51Vl7zSu4F8oyTKW8D0NkYV8DOCfBTV6BvN+ExuKnx/GUCZ0THPqg/STXGVT8o32G2FccicTz0DytvZR8iN+YnFN06oemzlvOEz5zRoN9bC+jJa3Ro4dwR4qbPpEMaF0E7evdZAj78+qvhn1eu/rNlYVHFfaf23bitILO8aQL+QyoFw1/BE62I6u+tQAZ3TECC3FsXIwn715OslCQkiES2UoeLK4oLU6Tqcjlh0EXWuTH93PEgWN/r4DkPBnwaemAY/oJwo79cLEh/c3zly5551Xc554bjvZ2DCGq7vdMAjUNUpLKTQQ5gznFY4EEKA53+nxVf6SLX/5UaR1+0nY45d/50O8dfK/Y7ALDVTGAMZJAZG/2x9DrujspAuDeugQar722M5fGHYB4XoqTUgfveEQYMBtwC0ez+F8EyMU0gcvWte3uWlk8dmoKOmxjT2/SP57IOoD68qeV1RLpQP5fxOUXLuQ2Oj1+03tQH/W62/uKxFKxFQ6Z8iUBooE/ISVESVdNP00kHbLHV0xru3BZzIBnXbYysFhy12aWdT2Tl9RvLXXap5PfiBIY1Czm1xUpkvahS+oLqma8DE3mn20Y/jOsMHHtA02wKEczHUZ0KUspkOY4/ZTOQwwS8JmWxagYFP+4tXmwICfyHQlmlkgJELtRotAx/S6AjmNSHXOnJ3R+PBm2+ufeijlaFJvz3mf3Z+WO9qA4OnkweBBHeC8ZPzzbnSwzeWOtuS0uRKS/KdaRDaqAMatceU8ytNaaK2T4ipM44+e3kTfUfD6hNys2Yqa5jT4M6jsFBAEonBQXhvy+dlAN3pIUMmhZBwngPh/srcJJmSnxRIEob+5+qCYi2YMhIE/50WSA5qTj6E+PODVuSmYuOlBztGvjtkZMvat5cV/+DpY4HH3m1Ri1wkCCaC7l5AaEs2nGe0327+j+Lko1TUlPp/u6zLM0/UBW9pMk9lN5P84UJRQJzUpYz00x0yqcBadX1+8pHya+MfVy70ly9o1O/6MKJM3GYoHY5beEkk9SB8NoD0CzNw0V11SKnicBVqbNBOqRqKXoiIsKjTX65BpyyDgB0hwx7mc45dGDKXXVtsPdt1ct32zW8WXfR2c+DBRc3auXuSqawa50GpYK0iBJk3/hCn9dyokYWg0vd3iM/+zqVHv+0d4+8NGDJzX/6yN5p8XTAcIrMey/Dn3IAp8KdPyyM+j/AM6w6cyg8pLrAduShkLbq5MPl8p6u2fdzyzoCyl+tCMz6NS1dvSaq9QOs8stCx4NjTLRSBl02QLNREBEqO/U++4+LJhu/QQQWV6KW5kKvZ+0cFrbdu72DNVSd+tuPAgooL5jXKd62JqBPXJ9RAAtxJJs3xxsLHyblJd7DPFq83BliNAzqfbqcyIzMKjaqne4Yn6ZN27jwh8+q5ZTf9oib43KqI5scCF21ycl6SX52b5BuimthqyHRjEn9D9DcgifjbmnyVkCGaHR0XstaeEzJfGN8tso64qjT/cHDqurA8469xtbzKlkONIKgLhLVOWs8WqNlod0Vwzt6KHTkvaG0aHRSvT+sfXUJ4UizeXzAW5L3jo5g8dqelBMImWAGsHM0LycFcDOvQiblJB9yEGBsy6G4w9T/VB6R68KPomC/PNWM/7JK4Y8zXtszBc54QFzf6/Xkjvvd4tf/xdRHZsxLMpMv9JvAgxPCATeY2Bug6iCKQjIIT+huQLAd2NQiaNUizybCAs/6coPPmzd0jb5EL91bveXPohQsj/qu2JqSpm5Nqt0Og9gI0FgXPhi+Y3ksUsSbp6QOT0q3qkQFn0dW51vxe12xZQ5YP7vWnWv/0j2PSVZtjysg9lgy1J5gTLip9AiQXfzzUR3f4CNCebpDw+iCAVlmMvR/xSYctiaIfghLIfKBL8gfjr9v0NCwJef17GZHwJXOH3/P7o76fQSarYwTA6n1qXoL31R2BP8vCyVa0+KQjtgzh+W+pPAJVFXMSH6gKjCNlul11YZ79zlUdks91mdi4P7kyr3hRrf/mVWHl5tUxrR9ESoJOFP3d6YAajf6mh+KK84P27ovyrNeuCNmv542prT+ysfPAxbXqt1dHpcu2GFqnWqj7TGDjZLkQOVC5TwKrkICIbqqNpRHflZTppwlVaoSoqcE5wG0k7ik1fnzZ9Z8iQeiaPLQp3kdzK2b+/rj/58ugGo6Z3HsYYWIowSH8UayhbiiI82UtProhrnlPUJw8SWbn0WcUaYIM91kt5wStpVeXWC8NnLJ1BVk9oMNbNcFblzarMz+Man1qkkAEjGo9TypAUNIdKo5LgsaOSbnmrCkD4q+QEXtbtrw9/PKFDfLMT2LqFZtNxd9kYfoBmgljWs+Bq0TzKtctcUtRwt1vMJIDnSCloJi3HXNkr4QJQpSYGLKOfrdT/L9HX7v5ldTov6HNqP/im8c2v3FX/iaQe1itK5dC3kKrLJlBZBWX5xkcf4wHqisweTxgKV6Ix0VlBMR39IJYNKLD3G/K+nZDHbohrEw7vKPjuZqgNZdft+mVaXH/QsVhmsXJwKNcUTEXw3GeaYDgUIhGbis0/vDTXs3/2X/ajg/Xru1+6ay1XZ98tk6/992oXrYrISkWaiKcJxMUvA2CPxgAemkOnxIyeKUl08F+m+RDAPoENhYTzzrwP+jbukIuNKMg+cn3OyfvLJu+eTEMOwWtiT8F4oOK7s9Vyz+cV6/f8klC8SVtTs4Jmry36nCIJvRliAqDfRZfG9dpIxAJ4Qj2vm3grqJm4c+ohmqWPS7PWTY53/rDiGs2rdy5sPyi54/6frmkRRtelQTTAu2ZkpfceGdJ8oH+01vWrZ1XOHF5WP7Wyog6foepMrzWhZWHF45awTNNaCxgrrgkJ8mH+m3vh8v409VdSRU3i+00FbzyD/4T8qCAFbu+wJo9s0vzL+ml+2rS05yCM5KEEHv7aCs3h65Z3KTd/15ELd+TkEgpczA1cHtDrhSFlX8aVekkiIQLwj4UBrNijy2c/OQToN/CbDgXMs1ynx2dGDIW/kdH68mSQLzhiQMFD21IKDeNCdiv3tun8ZFDDbmd5zRJ9y1v0SdBTeZrQX/TyixRa7wE0vsGFb5u8TK/Be82H6A5UNowshRSl51JidaCM68F36OC7fT1czIhZGyaVuI8fv7VGxeAOKDvp0e7JGUgVpR1nnNUuROSspnr4krnGpNBlDF5f9UR5+UYpAVKh72GQkKSIAua/RL+Hhd3EXcN772c7JzRJPCX30U6IWN8Zv01hdb/3dCj6VWR9JfQkNU4e2/otgUN6t0bklp+M1TjmTCOxCDwTgyW1x0ULsD8xciAwUuhiD4AmjLQZ4kaU6Z7DIVCYstaIGuXYHA3nZOxfqtmamHyj9P7JZ+jo3bXpqc7I7ImKYPmJWXlc+qUmati2nXr42qHJljAaN3AGlgM91vi/JDJKyGnQj9QAxGwGpLJBofhnVL88THseiosozPEBXtkQUNfCO1T840V1+QZr7/WqN+6LKJfeABSBQaqguQgPHOCd9TSPuDJBkLELYIoWhGwRIhxsh9I2W+qfK8pSX/FoILLg7l7wNwjfNax8bnWvBsKE7ODk3duSc2YHc6aJAS6g5p3Bg1b3uC/+f2wct2GhNolAQRoUFVPCCXdgZoljtiS+Cjuk+4oivIPYzpZ1OyTeoBrDgA7SF6dzbyrjxgeHaAL79MVQiTsqbl8nyGxePr3I/mSK/A2oAvH++gW2WuoeE2bXpsf57cXx8XyFsgqwUOBOdIqGFdpy5CGSBRzti6SI0YG7SPjQvafryhIvl4yecc2IDhlnWeBz0VSa4gPB/ZdWK1PXhXVpmxPyCMrbSUnCeEKL/qrQOeEXMOd2+xnq6I+6eq8mHtu0BIxYGWvqUgBqPR9EGSOgukakIMFISeLQnnQ5FBRrAiC/w8CUAcuU067a5ziJbtFYT9dBslfFwX8YtB0D4HGHjUlVu0qUExjygCVtmy1DA3wTy7JNRZOKHKW0su2HUyL+7nwhUnKQKwbVLDusDRkR1K/YltcunJTXO7TKCS/Cmp3DPKYRoeRSbkJ1wFHNMhn8xD4D/wtP/gTGrZlHnYJ25zQ6bT8ON6KEjqkF0UyR7MlnYC8COT9kO3TJIzfbKjeZTXvKieEs2KYq7dsJ8oD9p6BQfedYT7rvTF96XZasTWcFu8L4UsjqTXElg6Bwwc7jl0SVq74NKletCMmlR+0ZRaD6KTB6mDx6I54F9XF/wkD3kaiAXA+fkhaK0HD8P4dWBdZD/lMDyheww4lUIBiEPDkRYefB1bWV3HcihxnM/ibVVcUWO91KGpeR8+rhtT0y8U/hKTWwN/JLTjiG7ctKc9YGZYv2WGpWrOZSgCRKcx18EIFfsMbBOibUCg8hg4br1Kik8ceHjmQ0ZZpRmJcrrtyWI49Z1KJvZpevK0auvzD8A8nKQNQIGXPoorxbzeody5vUiZshrwH6yxMDZCQDE4WCL/jzU6/97yQHbs8z3pnRnHyhc5Ttv0FOMPE+h+OfxpJGYjaYYE1a6Qp85t8DywLqxWVeL8PaGpLECQPry70gfxmYr614doi8/HRwxuX0Z5VRqrHPwf/dJIyQDN8+Yj/3lfq9Ds3RBUfx4t9raTB/EmB0uG8oB2/pcR86oY+8afoOTuPpQ//U/EvIwkBJkjXzht+y6x67ZFFYb2bAXaF5ocFbgh8z/Q8Y//tJeaPR35t07z0kH8J/qUkZVC3eOgFjxwJPvdGs28gXmfvAJX5TQXJjQ92id0VuHL7p+lu/zL8W5CEiC4dMuzBw8EXl8f0EVeHkqsf6Rf5Bhu3a1/68P9HBjvfGj7mjT+P+nPtslGD003/BiDk/wGqq5EagVOyhQAAAABJRU5ErkJggg=="/>
          <p:cNvSpPr>
            <a:spLocks noChangeAspect="1" noChangeArrowheads="1"/>
          </p:cNvSpPr>
          <p:nvPr/>
        </p:nvSpPr>
        <p:spPr bwMode="auto">
          <a:xfrm>
            <a:off x="127952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22" descr="data:image/png;base64,%20iVBORw0KGgoAAAANSUhEUgAAAEkAAABMCAYAAAAhvppvAAAAAXNSR0IArs4c6QAAAARnQU1BAACxjwv8YQUAAAAJcEhZcwAADsMAAA7DAcdvqGQAACKdSURBVHhe7XwHnFTVvf8559YpO9sXlt477C5NFAuKiiBF0ag8SxQTNS8mMT41L8X41JiYF01eNIktiMZCwEIVVBAMIAaUJr0uC7ssbJ2deus5/9/vzgzZwMIOaoqfz/+LszNz7jnn/s73/Oq9d6Tkc2L/O2VjX6tRXziUkAYSQe10swcBs7qUW1wQTgU0UPiH7YJ432j6rKlDXju+t+oJSPVFYFumKyI9izcuNRd8lyhRmGAs0zHzTplQuvvcXdcX8TsGTN+4FprOGpkTnxXEiiHD/mt/6LWX67UhjaYgLLPqVvhcE38BICltATegUCPkpqLE9l/3jN3ErtixNX0oa5z1WmJLysofqvbNfrnJXx43OO7gvzVQPBuICmqUzCxIbvlpj/jtwYnbNqWOZgeWfs8KYtnAwT+v1v/4WpOvPPYVIAiBGiaDnDHQ+D+B3A9X+f9ovjN0aOpodsiaJPHB0P4PHsmdNbvJPyJsCO/EXyWgvGEg6pUmf8VPj/hn8aXlg9KH2kVWJPHlA/r9zwHfrBcbfOc0fQUJygDlbgb5/9TkH/WTw/qLfOmgrIhqd7lizaBu/7M356VZdf6La5OEaF64AuLgjcHozDtOxLE/fPcmxT/Y1fuS2g08jm3o5/Gz1yXd3+ua7ottCJwX4Y0DZOZAEbwucNz7jO/w1ZsrPQbfUDaEJye+wwvbLRhQ4iPk9sLk2od7R2+l43ccwH6nQ3rKtnF86eDezxzNef6P9b5LWpJcdNVcEeWMMCGoRIUw4XOezEWLy5jJKfFJQuQyTpOCCvgIMlMGTlMYIJQLX3QYqEBAB60XPhjvwpL8jMMxJmAR1MV5YT1+COTQh7S4khfSc2VXuJBMJDilARkG43zQrmLuAZ9lBk3QCHPgnESGrwbIlCNzAq4TxjE8D8oL/QmBdnHUklmej5JvFCVW390p+c2SKz/b6y26DZyRpI1vlN3039U5ryxvUkl/zRa3Fsacw6ZCICliA32W0+hIotFh8nFHZo02JRW6DWuhJCSDhELYDY4kFcmu28KpvDWhiX66LXprNm1yZQvIYJZL5RLdoQ2WTAoVzvebhAUEdW3IfmzBWZjLJOFS0lN1RJHM+YqoJl0QtHmOJCBiCVptybREcVB/uOlSoBv8DmxcgcSRGBc0RuqtWrwJxIGVsiabkUpTEYN8Nvlzs19udhm9ON8hj3SJzRx73ebZqVWfijP6pOHcXnpFjjWvVBcERXE5E51B4GJJcJCRqpKgnRWX9FMd2lezeYHiUBX23oHdBeIkC7QnCAuKg+Cwu7RYdkmTA9oncRqDXQXlYHWmRE1YHZBBZcGIJhNywJDpTkNjQDJqHUNzqbYl1giaddiU4LjEoBtqM0nC3AcNmUUge41icgnnCcA58XyockCEW6y4NBeI66E5AjSfcC6oTgUtgXVdlmPOPy8olqSX3CbOqEkIvqxs8C37Au8ubta6dJIcEcN8FwiS4A1VtxDUH1UfzE3EQY1gx0kEBA+A8uPOoumB6sN5BM1XuIi4jChoakAImAgLwEToS2C4kGFRSTBmIA1MD71LKtkGckW9K8E5CFUo5RLQC2kPyZHgXKBpSFSpAsYKJJlwIgmGxhxKYTNQswScgjogDJLng9OCrLSay3RqnnH0+b7RiTmTtn/mLfY0aJckxOzZI37+2PGcHx5MUM9xw1q8dlwA+gBEyimmvoMc8A/b8S98Tzt7WLj3Gb+lm9L98D31t3X/DHAcak1qxhRAGbzPeC6kE/sgsBV74hzYB+XCftgOHHt9sG93v0t+0jH2xG23bbzfazwDzmhuGVyQZ701SLUbVOgNvgRCKaYBwksmVXjHV+vvGGpBW+CV6osnwRe2eePhhX3xlZmrrf6tx+E7HD7RlhmDc2T64CtzbjxP6vjfZMv0kUCjBqp289iQeAu6tQucv130Lrb29tfdzT6QAE3oqwzUKj+so6/Ot/btTnelWs+MrEii5++J9va5W3O8+PHVBpIUgODSy+dupiM3tqRaz4ysSEIU6e4OCK3g/1Dpv7pA+XOp6+YpYnu6qV1kTVJfXRwpUgXkZl9toCYVwjp6KM7hVEv7yJqkbpLTrAoXov6Xr0koOJKPqUTmhd+x/csGBkE/4XZvhWRlaoisScrLozGIEAaG2y8DSIAJEpuQQrkQ7hSFiByV81x4BeElQTboQLjD49jvyyIMUwxFcKOjZsfSTe0i6yWLj/v3mL6h4P2lzb6+cJJ069kDR1pwWh3qp36aw8uTthgYtUmXKCe5BpADRZ4jExr2SfRIDqO7g4rYoqt0rykzCxJEqNey39k24FBGJoaMQ2+PaLiEXrS3Mt18RmRP0l8Gd71hY+67i6L6IIl/PpJQIwIqJ+Mk072+PiHK9ti0pJZTNQqVsAUdwJZBY9AiMAsUrgqEBomo6yyJDf0VMqfQTz92NGZCnYj52OcBlnGTc43d885ruZyO3nEk3XxGfJFNyRqeaYGdlgUs/vumJue5d8N08pum1GmrkFg9ZTYcNCBvRluGj967AWWJAx8kON55M5eufcNgs1c0kyeiYbev3xZfxO4huUS3lzWyJ0mGAonhlYyzAxIEVT2Z4Evy5z9rFlMXWZKynzDwNRTMinCYEcq4lE6f9MJ2PI79TCDRt5uwGQuT7LldzfxC3eAm9oGuZwubgNXasJ4skT1JgsmOEHrmQla2sICgK7UE/826sOj7F1cyoYEr6YNnAyAEx9kJSstWOtLTm8LiMhWI8hjNHig+uFSNGDZWR1khe5IMRbM58WeuGmYD9EEVmiEe3RgmHT8VkpkptL4AoKT3HH+PNY70i911Ypg/wfFKY7bATbYd4o8ZPn+6qV1kLXK1wXMsxtRUDd8+0OjzFFd8jUquHvMJJ+QKGa8bnpU3OAkQLyTbJbJqiuryEN8yZIq4sLgPDzEr+3gLu2xKTD2eZKF0S7vImqTDhpwX5wwL9ayAt25Hy0Ks//gCere4hr5YNsqtHBJypQKHyy4UB7iqLLUSA5lkcaLIBmksC7hzZ0517/3mr8TD/X4iVQeupxUBSbhn4QdiLlOqHDk3/bVdZE1SZYJ3aTKJls0AXH8QEp6u0XxRXVfMKusL2AuVY6X73KvoUwPGij0j8lxS4HKVOYRBXnRasjKaI5mkaajO3/jGFOf7X3+CPDn4Pmm3GCzJjk2r5f6sc25PrlM7K85R/maHaDWW6J5qaR9ZkxR2lQFhwcCrtC8KbmoxJItuXQcRt1SqyQ5ROKe1jfns1YOjpXui19JfDRwn1ld0cuwunCvMEX9HFrxL4ABl2RCNQwN8zu1T3Hu++QT5xeAfyTuVIRLFpFKYILxDIiSHCH0gXhLOyuRQ/ghkHhGH9ks3tYusSBLbB6kNttQLxcrG3HCtudDRigYh0qZGULAZmblEp7CwFh9bsL9MerB5Cnu09HKxenQ3nuwKQU9yPLNSqSlaBmvuWzOv5A98/XHxf0PuZ7voMKbaNlE5uu0UHTizTYAzpRPJlYTIxuJwDAaUY5bcU1R211OtZ0Z2mlRNO1QapJ8BTjcbkhCqYJRDUdaW3BJDIlwSifrY8iODpB9VT2MPlEwRy4b3cevP87tvzJzEv/vNJ+gvhv6YbdUqJAGJliIwJT8VGG0FU4nq3S5onyWUP+EIcshgfckOf4dU65mRFUkbI1L34w7raeHNs3TbGQGdTO/6PqTNZxiAmqWBZmEy9cmRHtKvj1/MXj1/An+y/AG2g5UxxXaoCpkQS2tO2xBE4jbeAQGG2pcOe4AlkwZX6rYprGfll7IiabchjaqylEC2DgyjUYQLKuXEBF5Tbg9oijqYWiKmkIZ4iLlcAZ/Ttua0Bm6ZQrlQnToC9XHWhQquo8qSgns4G5NqOTO8dcMesI3zK8Y/M3vko0++MPKp+XOG3yFW9yn2egCqLHUU3tJhuFlZAHPGBhdMpKie+BQHdjk78fGuMJAF1Ug2LhiDHyMBkiSSsYc0wvnwvNkA19EAVckBWxqNa8c2sWJIh7dfG/6tJ2eNfOqZl0c+unH+0PGZYyAWkea/PuJ7L9X7HvrMUEJ4L62jzPn0fGPhj3ofm0nyCPn6mk7L57f4Rp7NxVsHtOMKmXDno3G0sq6YSlL7WSR1HD7+uhhfNuB2meCNsnYAxkgG8e1cHP4FeS9sMYVlV1riVlOJkWm5xrZXR8YuJQnLfawq9NJbTf4r63BzocdQv91yS6Hx8LXqxqfY0cVD+i4I63e/H1VDdUlBmuG1JSaxd8PKtG1N+aPI8ZyOxyza0wRnly1BCAHas02ySbf++yDE8yxcKgLiVnYdPS3yQ2zrFF0qtkRj4Lazr71xHehf6yzaLdZESja36Oe816xd+VmcUlx/nUHI8oieuxh4aVCH9mHNrqRHHaZhBoynQZXFmGQIymuSxL8/KRdYlOVkaWkngKl5taGww6WH6LAeh7nj4P60B7yhKAGjZ+6J2yWIQsqtVe6u+vX0ONc9uc8KcAoICf7dMVp0NC7rce7Vz948yAPlnCQEVRttWWODu0YrR/rNT/Ogh/fogTdDqmOOLNkQ1YKOOGsRPMgw24eGxOjwT0V5tyNAVNspQWuAAp6xCxIEBQoZ4ax1o7Uv0/VxyuTPc20Jhpjwt9GVglRGvT/R7PGQp1Iywmdu6N81eojRkQdbbitOPHptfnJ/CIoO9EkIRin3y65lOAzijndj/qyBY1wukSW2K2mj14nRfQ+61IU8GYJAe2SdDCQHUklIG2RynrOCu7XPkBUteFUKt+LzwCvVKQPkqcJR0s8k4PpzdUauz0/su6vEeIyO2R/xvHenq7Z/+vPu0Wu+XRhfVaieyFwhLxVuriySEMazdRWnADUy4UjkTZtLdcM/pmPPW+90zQ9DzSIR4M67X3864DnR9yA5BMjoRQ6JC+NPO9WH/0CWNBuweXIq/KSR6p96bx94CZiIoEQtUAEYBouE1hKVi+8UR9//Zc/E9PypqQdQT5wDn6x4sHv4W+OCVg1eB4YTsZig+kDdwFtJ7SctaaCAqK4WKDA+goNAYxWgUSsTKvug9KCUd9GHfOyojU6/Dsd5EEM+p8KxFWLDiwt4pz6IXDqRqSRyoUQZDBFsXGKWW1D7M3d55QfSmpjiaVBGeFwclhoueDMNJIDAKjIWcTqg1vgEd3oqVlNDUmhQRzMOSfulIevwjwYY39ImfHbi5mXrjSAkZDdrFIoAOFGCU6kyKRUHuiZr8yVSq2TplvDJMzBd/r2OEZ4PVauRdjI4Gh1jlaHSJdyS3++2l5kXrBKDLn+fjzjvr865FVucMWU7ec+c/XSMucQ9N/66Ozzye2dQ3Y94suoR8e7BJWxRXVg+4vjw8RtvPpwXycF8dWzA5L/sGubz+jaIZ3o08dEBi5+JKBnWE1LEsY4lRnWTS0sMfNwJ2iVKbeIzI6leKZwgCZilS6rybv/EULuCHyPNDmMweBApO1g/wMf3a2A37UW4JAg80m/we0oj5J7SKH2+VxOfkGtwfNQFyUN4F6QgkTtmKuwDQ5bmSnHp/Y6H5I/6bpM2DtlKX4vukLbsfZZ9XPkaXXHoA3nu0RrpwwiVjrs6BRftPTWCQO1BHwBBh/+qWzN/olsz7aa5NOwwcUHIlH5Q2nLaKwO4Dh3W00fne8jYPXXNLhvY4lJwDYJsiKvd390XvC3d1cMJkna9XTbppTr93v1JScYdj4AGHDfkCvio9PM7a/ApNcizvL5tAS+hdpId/kCnKClWOFvS5BOfJRTySNcwebhzmHeQXXx4yuuLf9FXafgFzLDB0GhlUqe7E5q0y1ClfbZOD7tB1kz8kPPJULzi80mpcd4QWKQP0uYHSiPusz2baVfFJT+pyRM3Hyig3z+cT/YmZdFLd1mpgs9jniozrqMAMo2+uruWHC1Vj5m0LIoPlwF7+wymzK7T/2v3WxVXpLunSKpbNGD4b475f7c8ohVBKeQJY4Bj2ZFkFYcWlA0aF7AWD9bthhNSngTMpX3g+77fISpGBG1mwSIWN/vIj4/ksfur8sgQ3abP92gko/zmKb4Cp8RniHDhDvgmJAO1zXuOCHYWzQlM3ztHa+AlGD84sxLZpcdsiaxu0SBTJmR6XoJ21xyyMqwLfHQQn006GcjbQM1uvDg/uejgxg6DdxlymZkp3kGQ9yJah9/U6n+IvTu4DJsksapf0a8P5f3htbB/RBJWl3E9qJLgwANwwroLbtjy5uGdHYZtNrVhSSja/96ReY5a3FQUF7eVxBk+E7k9rojL8gwSZIIsDvvpJ3FVzChKsBEBS7wf9oFZMooXNlpjUijJx4Fp1tuMtLjgl+E4RuXxIUNcmGMRfIywyZG8cXgMIgndBZo6MmiJkTkW66S6YkZhgozPN8mrjQHyu+M5NArnQY1tDSQ7V6Pka/nGoqkzNj+/4K9dvr0wrF8Wwadl03M70KnKVfIdm/ZY+d2cd6Uhl/X6xosN+t2HklhRpyZCYOcwmEJAEj2nhf0LemnSth0x6erdpuxvfWL0NRU+izzapYUGIWV5+lhQPFidT+Ow0FuK42RyfgLVmgzyOTg/XdriI5DlnyhGcZ/RDT/WrYXeCP3XRHS+HzJ1FFiFqPzD0oi4pTghbYyrdJehnPBJKEMTzFMPPujCHJOMzrHZQUMS9x7Op0vCfgYaSDN9WwNN7eIcq+m+jtZ3fTXF+lM1vl+vj6sh1NpMdzx3FHwUbFbvfJkeYVti7KoDlgSR5+/V0hsAMXV1VOv2Ym3ufZ2mbvlkeoH53KAA9/xPBvhsIqr7/Ga/wCdgBwAZXTVHzG0K0G8eKgASGbk816ArWjT3f4+GyFFbAuFPPRfOiZEQza410DzR5NpywBpoKsjH3mr0eZkhPq953AbtgfnbIgjPMSAgyLUF5vM9pm/65KUa7Qdr4mpnXOfJ3ZGPgyDrtqh0NWuw2dAY6O7JJoTA3a42KHm9Sbt11ZyKm2eMO/bYjXnxBV384gRRuKPHwQwerw2x/6zMJ51Vl7zSu4F8oyTKW8D0NkYV8DOCfBTV6BvN+ExuKnx/GUCZ0THPqg/STXGVT8o32G2FccicTz0DytvZR8iN+YnFN06oemzlvOEz5zRoN9bC+jJa3Ro4dwR4qbPpEMaF0E7evdZAj78+qvhn1eu/rNlYVHFfaf23bitILO8aQL+QyoFw1/BE62I6u+tQAZ3TECC3FsXIwn715OslCQkiES2UoeLK4oLU6Tqcjlh0EXWuTH93PEgWN/r4DkPBnwaemAY/oJwo79cLEh/c3zly5551Xc554bjvZ2DCGq7vdMAjUNUpLKTQQ5gznFY4EEKA53+nxVf6SLX/5UaR1+0nY45d/50O8dfK/Y7ALDVTGAMZJAZG/2x9DrujspAuDeugQar722M5fGHYB4XoqTUgfveEQYMBtwC0ez+F8EyMU0gcvWte3uWlk8dmoKOmxjT2/SP57IOoD68qeV1RLpQP5fxOUXLuQ2Oj1+03tQH/W62/uKxFKxFQ6Z8iUBooE/ISVESVdNP00kHbLHV0xru3BZzIBnXbYysFhy12aWdT2Tl9RvLXXap5PfiBIY1Czm1xUpkvahS+oLqma8DE3mn20Y/jOsMHHtA02wKEczHUZ0KUspkOY4/ZTOQwwS8JmWxagYFP+4tXmwICfyHQlmlkgJELtRotAx/S6AjmNSHXOnJ3R+PBm2+ufeijlaFJvz3mf3Z+WO9qA4OnkweBBHeC8ZPzzbnSwzeWOtuS0uRKS/KdaRDaqAMatceU8ytNaaK2T4ipM44+e3kTfUfD6hNys2Yqa5jT4M6jsFBAEonBQXhvy+dlAN3pIUMmhZBwngPh/srcJJmSnxRIEob+5+qCYi2YMhIE/50WSA5qTj6E+PODVuSmYuOlBztGvjtkZMvat5cV/+DpY4HH3m1Ri1wkCCaC7l5AaEs2nGe0327+j+Lko1TUlPp/u6zLM0/UBW9pMk9lN5P84UJRQJzUpYz00x0yqcBadX1+8pHya+MfVy70ly9o1O/6MKJM3GYoHY5beEkk9SB8NoD0CzNw0V11SKnicBVqbNBOqRqKXoiIsKjTX65BpyyDgB0hwx7mc45dGDKXXVtsPdt1ct32zW8WXfR2c+DBRc3auXuSqawa50GpYK0iBJk3/hCn9dyokYWg0vd3iM/+zqVHv+0d4+8NGDJzX/6yN5p8XTAcIrMey/Dn3IAp8KdPyyM+j/AM6w6cyg8pLrAduShkLbq5MPl8p6u2fdzyzoCyl+tCMz6NS1dvSaq9QOs8stCx4NjTLRSBl02QLNREBEqO/U++4+LJhu/QQQWV6KW5kKvZ+0cFrbdu72DNVSd+tuPAgooL5jXKd62JqBPXJ9RAAtxJJs3xxsLHyblJd7DPFq83BliNAzqfbqcyIzMKjaqne4Yn6ZN27jwh8+q5ZTf9oib43KqI5scCF21ycl6SX52b5BuimthqyHRjEn9D9DcgifjbmnyVkCGaHR0XstaeEzJfGN8tso64qjT/cHDqurA8469xtbzKlkONIKgLhLVOWs8WqNlod0Vwzt6KHTkvaG0aHRSvT+sfXUJ4UizeXzAW5L3jo5g8dqelBMImWAGsHM0LycFcDOvQiblJB9yEGBsy6G4w9T/VB6R68KPomC/PNWM/7JK4Y8zXtszBc54QFzf6/Xkjvvd4tf/xdRHZsxLMpMv9JvAgxPCATeY2Bug6iCKQjIIT+huQLAd2NQiaNUizybCAs/6coPPmzd0jb5EL91bveXPohQsj/qu2JqSpm5Nqt0Og9gI0FgXPhi+Y3ksUsSbp6QOT0q3qkQFn0dW51vxe12xZQ5YP7vWnWv/0j2PSVZtjysg9lgy1J5gTLip9AiQXfzzUR3f4CNCebpDw+iCAVlmMvR/xSYctiaIfghLIfKBL8gfjr9v0NCwJef17GZHwJXOH3/P7o76fQSarYwTA6n1qXoL31R2BP8vCyVa0+KQjtgzh+W+pPAJVFXMSH6gKjCNlul11YZ79zlUdks91mdi4P7kyr3hRrf/mVWHl5tUxrR9ESoJOFP3d6YAajf6mh+KK84P27ovyrNeuCNmv542prT+ysfPAxbXqt1dHpcu2GFqnWqj7TGDjZLkQOVC5TwKrkICIbqqNpRHflZTppwlVaoSoqcE5wG0k7ik1fnzZ9Z8iQeiaPLQp3kdzK2b+/rj/58ugGo6Z3HsYYWIowSH8UayhbiiI82UtProhrnlPUJw8SWbn0WcUaYIM91kt5wStpVeXWC8NnLJ1BVk9oMNbNcFblzarMz+Man1qkkAEjGo9TypAUNIdKo5LgsaOSbnmrCkD4q+QEXtbtrw9/PKFDfLMT2LqFZtNxd9kYfoBmgljWs+Bq0TzKtctcUtRwt1vMJIDnSCloJi3HXNkr4QJQpSYGLKOfrdT/L9HX7v5ldTov6HNqP/im8c2v3FX/iaQe1itK5dC3kKrLJlBZBWX5xkcf4wHqisweTxgKV6Ix0VlBMR39IJYNKLD3G/K+nZDHbohrEw7vKPjuZqgNZdft+mVaXH/QsVhmsXJwKNcUTEXw3GeaYDgUIhGbis0/vDTXs3/2X/ajg/Xru1+6ay1XZ98tk6/992oXrYrISkWaiKcJxMUvA2CPxgAemkOnxIyeKUl08F+m+RDAPoENhYTzzrwP+jbukIuNKMg+cn3OyfvLJu+eTEMOwWtiT8F4oOK7s9Vyz+cV6/f8klC8SVtTs4Jmry36nCIJvRliAqDfRZfG9dpIxAJ4Qj2vm3grqJm4c+ohmqWPS7PWTY53/rDiGs2rdy5sPyi54/6frmkRRtelQTTAu2ZkpfceGdJ8oH+01vWrZ1XOHF5WP7Wyog6foepMrzWhZWHF45awTNNaCxgrrgkJ8mH+m3vh8v409VdSRU3i+00FbzyD/4T8qCAFbu+wJo9s0vzL+ml+2rS05yCM5KEEHv7aCs3h65Z3KTd/15ELd+TkEgpczA1cHtDrhSFlX8aVekkiIQLwj4UBrNijy2c/OQToN/CbDgXMs1ynx2dGDIW/kdH68mSQLzhiQMFD21IKDeNCdiv3tun8ZFDDbmd5zRJ9y1v0SdBTeZrQX/TyixRa7wE0vsGFb5u8TK/Be82H6A5UNowshRSl51JidaCM68F36OC7fT1czIhZGyaVuI8fv7VGxeAOKDvp0e7JGUgVpR1nnNUuROSspnr4krnGpNBlDF5f9UR5+UYpAVKh72GQkKSIAua/RL+Hhd3EXcN772c7JzRJPCX30U6IWN8Zv01hdb/3dCj6VWR9JfQkNU4e2/otgUN6t0bklp+M1TjmTCOxCDwTgyW1x0ULsD8xciAwUuhiD4AmjLQZ4kaU6Z7DIVCYstaIGuXYHA3nZOxfqtmamHyj9P7JZ+jo3bXpqc7I7ImKYPmJWXlc+qUmati2nXr42qHJljAaN3AGlgM91vi/JDJKyGnQj9QAxGwGpLJBofhnVL88THseiosozPEBXtkQUNfCO1T840V1+QZr7/WqN+6LKJfeABSBQaqguQgPHOCd9TSPuDJBkLELYIoWhGwRIhxsh9I2W+qfK8pSX/FoILLg7l7wNwjfNax8bnWvBsKE7ODk3duSc2YHc6aJAS6g5p3Bg1b3uC/+f2wct2GhNolAQRoUFVPCCXdgZoljtiS+Cjuk+4oivIPYzpZ1OyTeoBrDgA7SF6dzbyrjxgeHaAL79MVQiTsqbl8nyGxePr3I/mSK/A2oAvH++gW2WuoeE2bXpsf57cXx8XyFsgqwUOBOdIqGFdpy5CGSBRzti6SI0YG7SPjQvafryhIvl4yecc2IDhlnWeBz0VSa4gPB/ZdWK1PXhXVpmxPyCMrbSUnCeEKL/qrQOeEXMOd2+xnq6I+6eq8mHtu0BIxYGWvqUgBqPR9EGSOgukakIMFISeLQnnQ5FBRrAiC/w8CUAcuU067a5ziJbtFYT9dBslfFwX8YtB0D4HGHjUlVu0qUExjygCVtmy1DA3wTy7JNRZOKHKW0su2HUyL+7nwhUnKQKwbVLDusDRkR1K/YltcunJTXO7TKCS/Cmp3DPKYRoeRSbkJ1wFHNMhn8xD4D/wtP/gTGrZlHnYJ25zQ6bT8ON6KEjqkF0UyR7MlnYC8COT9kO3TJIzfbKjeZTXvKieEs2KYq7dsJ8oD9p6BQfedYT7rvTF96XZasTWcFu8L4UsjqTXElg6Bwwc7jl0SVq74NKletCMmlR+0ZRaD6KTB6mDx6I54F9XF/wkD3kaiAXA+fkhaK0HD8P4dWBdZD/lMDyheww4lUIBiEPDkRYefB1bWV3HcihxnM/ibVVcUWO91KGpeR8+rhtT0y8U/hKTWwN/JLTjiG7ctKc9YGZYv2WGpWrOZSgCRKcx18EIFfsMbBOibUCg8hg4br1Kik8ceHjmQ0ZZpRmJcrrtyWI49Z1KJvZpevK0auvzD8A8nKQNQIGXPoorxbzeody5vUiZshrwH6yxMDZCQDE4WCL/jzU6/97yQHbs8z3pnRnHyhc5Ttv0FOMPE+h+OfxpJGYjaYYE1a6Qp85t8DywLqxWVeL8PaGpLECQPry70gfxmYr614doi8/HRwxuX0Z5VRqrHPwf/dJIyQDN8+Yj/3lfq9Ds3RBUfx4t9raTB/EmB0uG8oB2/pcR86oY+8afoOTuPpQ//U/EvIwkBJkjXzht+y6x67ZFFYb2bAXaF5ocFbgh8z/Q8Y//tJeaPR35t07z0kH8J/qUkZVC3eOgFjxwJPvdGs28gXmfvAJX5TQXJjQ92id0VuHL7p+lu/zL8W5CEiC4dMuzBw8EXl8f0EVeHkqsf6Rf5Bhu3a1/68P9HBjvfGj7mjT+P+nPtslGD003/BiDk/wGqq5EagVOyhQAAAABJRU5ErkJggg=="/>
          <p:cNvSpPr>
            <a:spLocks noChangeAspect="1" noChangeArrowheads="1"/>
          </p:cNvSpPr>
          <p:nvPr/>
        </p:nvSpPr>
        <p:spPr bwMode="auto">
          <a:xfrm>
            <a:off x="143192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6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Operating System (OS)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5 Advantages and Disadvantages of Operating System | Limitations &amp;amp; Benefits  of Operating Syst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583162"/>
            <a:ext cx="3643744" cy="1955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AFB27-7D4A-407F-A5D4-CBA87AA5EFC9}" type="datetime1">
              <a:rPr lang="en-US" smtClean="0"/>
              <a:t>2/2/2022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218" y="1905506"/>
            <a:ext cx="8839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program that manages a computer’s hardware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​</a:t>
            </a:r>
          </a:p>
          <a:p>
            <a:pPr marL="342900" indent="-342900" fontAlgn="base">
              <a:buFont typeface="Wingdings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base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acts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 an intermediary between the computer user and the computer hardware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​</a:t>
            </a:r>
          </a:p>
          <a:p>
            <a:pPr marL="342900" indent="-342900" fontAlgn="base">
              <a:buFont typeface="Wingdings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base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set of programs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that manage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computer hardware resources and provide common services for application software​</a:t>
            </a:r>
          </a:p>
        </p:txBody>
      </p:sp>
      <p:sp>
        <p:nvSpPr>
          <p:cNvPr id="10" name="AutoShape 2" descr="data:image/png;base64,%20iVBORw0KGgoAAAANSUhEUgAAAEkAAABMCAYAAAAhvppvAAAAAXNSR0IArs4c6QAAAARnQU1BAACxjwv8YQUAAAAJcEhZcwAADsMAAA7DAcdvqGQAACKdSURBVHhe7XwHnFTVvf8559YpO9sXlt477C5NFAuKiiBF0ag8SxQTNS8mMT41L8X41JiYF01eNIktiMZCwEIVVBAMIAaUJr0uC7ssbJ2deus5/9/vzgzZwMIOaoqfz/+LszNz7jnn/s73/Oq9d6Tkc2L/O2VjX6tRXziUkAYSQe10swcBs7qUW1wQTgU0UPiH7YJ432j6rKlDXju+t+oJSPVFYFumKyI9izcuNRd8lyhRmGAs0zHzTplQuvvcXdcX8TsGTN+4FprOGpkTnxXEiiHD/mt/6LWX67UhjaYgLLPqVvhcE38BICltATegUCPkpqLE9l/3jN3ErtixNX0oa5z1WmJLysofqvbNfrnJXx43OO7gvzVQPBuICmqUzCxIbvlpj/jtwYnbNqWOZgeWfs8KYtnAwT+v1v/4WpOvPPYVIAiBGiaDnDHQ+D+B3A9X+f9ovjN0aOpodsiaJPHB0P4PHsmdNbvJPyJsCO/EXyWgvGEg6pUmf8VPj/hn8aXlg9KH2kVWJPHlA/r9zwHfrBcbfOc0fQUJygDlbgb5/9TkH/WTw/qLfOmgrIhqd7lizaBu/7M356VZdf6La5OEaF64AuLgjcHozDtOxLE/fPcmxT/Y1fuS2g08jm3o5/Gz1yXd3+ua7ottCJwX4Y0DZOZAEbwucNz7jO/w1ZsrPQbfUDaEJye+wwvbLRhQ4iPk9sLk2od7R2+l43ccwH6nQ3rKtnF86eDezxzNef6P9b5LWpJcdNVcEeWMMCGoRIUw4XOezEWLy5jJKfFJQuQyTpOCCvgIMlMGTlMYIJQLX3QYqEBAB60XPhjvwpL8jMMxJmAR1MV5YT1+COTQh7S4khfSc2VXuJBMJDilARkG43zQrmLuAZ9lBk3QCHPgnESGrwbIlCNzAq4TxjE8D8oL/QmBdnHUklmej5JvFCVW390p+c2SKz/b6y26DZyRpI1vlN3039U5ryxvUkl/zRa3Fsacw6ZCICliA32W0+hIotFh8nFHZo02JRW6DWuhJCSDhELYDY4kFcmu28KpvDWhiX66LXprNm1yZQvIYJZL5RLdoQ2WTAoVzvebhAUEdW3IfmzBWZjLJOFS0lN1RJHM+YqoJl0QtHmOJCBiCVptybREcVB/uOlSoBv8DmxcgcSRGBc0RuqtWrwJxIGVsiabkUpTEYN8Nvlzs19udhm9ON8hj3SJzRx73ebZqVWfijP6pOHcXnpFjjWvVBcERXE5E51B4GJJcJCRqpKgnRWX9FMd2lezeYHiUBX23oHdBeIkC7QnCAuKg+Cwu7RYdkmTA9oncRqDXQXlYHWmRE1YHZBBZcGIJhNywJDpTkNjQDJqHUNzqbYl1giaddiU4LjEoBtqM0nC3AcNmUUge41icgnnCcA58XyockCEW6y4NBeI66E5AjSfcC6oTgUtgXVdlmPOPy8olqSX3CbOqEkIvqxs8C37Au8ubta6dJIcEcN8FwiS4A1VtxDUH1UfzE3EQY1gx0kEBA+A8uPOoumB6sN5BM1XuIi4jChoakAImAgLwEToS2C4kGFRSTBmIA1MD71LKtkGckW9K8E5CFUo5RLQC2kPyZHgXKBpSFSpAsYKJJlwIgmGxhxKYTNQswScgjogDJLng9OCrLSay3RqnnH0+b7RiTmTtn/mLfY0aJckxOzZI37+2PGcHx5MUM9xw1q8dlwA+gBEyimmvoMc8A/b8S98Tzt7WLj3Gb+lm9L98D31t3X/DHAcak1qxhRAGbzPeC6kE/sgsBV74hzYB+XCftgOHHt9sG93v0t+0jH2xG23bbzfazwDzmhuGVyQZ701SLUbVOgNvgRCKaYBwksmVXjHV+vvGGpBW+CV6osnwRe2eePhhX3xlZmrrf6tx+E7HD7RlhmDc2T64CtzbjxP6vjfZMv0kUCjBqp289iQeAu6tQucv130Lrb29tfdzT6QAE3oqwzUKj+so6/Ot/btTnelWs+MrEii5++J9va5W3O8+PHVBpIUgODSy+dupiM3tqRaz4ysSEIU6e4OCK3g/1Dpv7pA+XOp6+YpYnu6qV1kTVJfXRwpUgXkZl9toCYVwjp6KM7hVEv7yJqkbpLTrAoXov6Xr0koOJKPqUTmhd+x/csGBkE/4XZvhWRlaoisScrLozGIEAaG2y8DSIAJEpuQQrkQ7hSFiByV81x4BeElQTboQLjD49jvyyIMUwxFcKOjZsfSTe0i6yWLj/v3mL6h4P2lzb6+cJJ069kDR1pwWh3qp36aw8uTthgYtUmXKCe5BpADRZ4jExr2SfRIDqO7g4rYoqt0rykzCxJEqNey39k24FBGJoaMQ2+PaLiEXrS3Mt18RmRP0l8Gd71hY+67i6L6IIl/PpJQIwIqJ+Mk072+PiHK9ti0pJZTNQqVsAUdwJZBY9AiMAsUrgqEBomo6yyJDf0VMqfQTz92NGZCnYj52OcBlnGTc43d885ruZyO3nEk3XxGfJFNyRqeaYGdlgUs/vumJue5d8N08pum1GmrkFg9ZTYcNCBvRluGj967AWWJAx8kON55M5eufcNgs1c0kyeiYbev3xZfxO4huUS3lzWyJ0mGAonhlYyzAxIEVT2Z4Evy5z9rFlMXWZKynzDwNRTMinCYEcq4lE6f9MJ2PI79TCDRt5uwGQuT7LldzfxC3eAm9oGuZwubgNXasJ4skT1JgsmOEHrmQla2sICgK7UE/826sOj7F1cyoYEr6YNnAyAEx9kJSstWOtLTm8LiMhWI8hjNHig+uFSNGDZWR1khe5IMRbM58WeuGmYD9EEVmiEe3RgmHT8VkpkptL4AoKT3HH+PNY70i911Ypg/wfFKY7bATbYd4o8ZPn+6qV1kLXK1wXMsxtRUDd8+0OjzFFd8jUquHvMJJ+QKGa8bnpU3OAkQLyTbJbJqiuryEN8yZIq4sLgPDzEr+3gLu2xKTD2eZKF0S7vImqTDhpwX5wwL9ayAt25Hy0Ks//gCere4hr5YNsqtHBJypQKHyy4UB7iqLLUSA5lkcaLIBmksC7hzZ0517/3mr8TD/X4iVQeupxUBSbhn4QdiLlOqHDk3/bVdZE1SZYJ3aTKJls0AXH8QEp6u0XxRXVfMKusL2AuVY6X73KvoUwPGij0j8lxS4HKVOYRBXnRasjKaI5mkaajO3/jGFOf7X3+CPDn4Pmm3GCzJjk2r5f6sc25PrlM7K85R/maHaDWW6J5qaR9ZkxR2lQFhwcCrtC8KbmoxJItuXQcRt1SqyQ5ROKe1jfns1YOjpXui19JfDRwn1ld0cuwunCvMEX9HFrxL4ABl2RCNQwN8zu1T3Hu++QT5xeAfyTuVIRLFpFKYILxDIiSHCH0gXhLOyuRQ/ghkHhGH9ks3tYusSBLbB6kNttQLxcrG3HCtudDRigYh0qZGULAZmblEp7CwFh9bsL9MerB5Cnu09HKxenQ3nuwKQU9yPLNSqSlaBmvuWzOv5A98/XHxf0PuZ7voMKbaNlE5uu0UHTizTYAzpRPJlYTIxuJwDAaUY5bcU1R211OtZ0Z2mlRNO1QapJ8BTjcbkhCqYJRDUdaW3BJDIlwSifrY8iODpB9VT2MPlEwRy4b3cevP87tvzJzEv/vNJ+gvhv6YbdUqJAGJliIwJT8VGG0FU4nq3S5onyWUP+EIcshgfckOf4dU65mRFUkbI1L34w7raeHNs3TbGQGdTO/6PqTNZxiAmqWBZmEy9cmRHtKvj1/MXj1/An+y/AG2g5UxxXaoCpkQS2tO2xBE4jbeAQGG2pcOe4AlkwZX6rYprGfll7IiabchjaqylEC2DgyjUYQLKuXEBF5Tbg9oijqYWiKmkIZ4iLlcAZ/Ttua0Bm6ZQrlQnToC9XHWhQquo8qSgns4G5NqOTO8dcMesI3zK8Y/M3vko0++MPKp+XOG3yFW9yn2egCqLHUU3tJhuFlZAHPGBhdMpKie+BQHdjk78fGuMJAF1Ug2LhiDHyMBkiSSsYc0wvnwvNkA19EAVckBWxqNa8c2sWJIh7dfG/6tJ2eNfOqZl0c+unH+0PGZYyAWkea/PuJ7L9X7HvrMUEJ4L62jzPn0fGPhj3ofm0nyCPn6mk7L57f4Rp7NxVsHtOMKmXDno3G0sq6YSlL7WSR1HD7+uhhfNuB2meCNsnYAxkgG8e1cHP4FeS9sMYVlV1riVlOJkWm5xrZXR8YuJQnLfawq9NJbTf4r63BzocdQv91yS6Hx8LXqxqfY0cVD+i4I63e/H1VDdUlBmuG1JSaxd8PKtG1N+aPI8ZyOxyza0wRnly1BCAHas02ySbf++yDE8yxcKgLiVnYdPS3yQ2zrFF0qtkRj4Lazr71xHehf6yzaLdZESja36Oe816xd+VmcUlx/nUHI8oieuxh4aVCH9mHNrqRHHaZhBoynQZXFmGQIymuSxL8/KRdYlOVkaWkngKl5taGww6WH6LAeh7nj4P60B7yhKAGjZ+6J2yWIQsqtVe6u+vX0ONc9uc8KcAoICf7dMVp0NC7rce7Vz948yAPlnCQEVRttWWODu0YrR/rNT/Ogh/fogTdDqmOOLNkQ1YKOOGsRPMgw24eGxOjwT0V5tyNAVNspQWuAAp6xCxIEBQoZ4ax1o7Uv0/VxyuTPc20Jhpjwt9GVglRGvT/R7PGQp1Iywmdu6N81eojRkQdbbitOPHptfnJ/CIoO9EkIRin3y65lOAzijndj/qyBY1wukSW2K2mj14nRfQ+61IU8GYJAe2SdDCQHUklIG2RynrOCu7XPkBUteFUKt+LzwCvVKQPkqcJR0s8k4PpzdUauz0/su6vEeIyO2R/xvHenq7Z/+vPu0Wu+XRhfVaieyFwhLxVuriySEMazdRWnADUy4UjkTZtLdcM/pmPPW+90zQ9DzSIR4M67X3864DnR9yA5BMjoRQ6JC+NPO9WH/0CWNBuweXIq/KSR6p96bx94CZiIoEQtUAEYBouE1hKVi+8UR9//Zc/E9PypqQdQT5wDn6x4sHv4W+OCVg1eB4YTsZig+kDdwFtJ7SctaaCAqK4WKDA+goNAYxWgUSsTKvug9KCUd9GHfOyojU6/Dsd5EEM+p8KxFWLDiwt4pz6IXDqRqSRyoUQZDBFsXGKWW1D7M3d55QfSmpjiaVBGeFwclhoueDMNJIDAKjIWcTqg1vgEd3oqVlNDUmhQRzMOSfulIevwjwYY39ImfHbi5mXrjSAkZDdrFIoAOFGCU6kyKRUHuiZr8yVSq2TplvDJMzBd/r2OEZ4PVauRdjI4Gh1jlaHSJdyS3++2l5kXrBKDLn+fjzjvr865FVucMWU7ec+c/XSMucQ9N/66Ozzye2dQ3Y94suoR8e7BJWxRXVg+4vjw8RtvPpwXycF8dWzA5L/sGubz+jaIZ3o08dEBi5+JKBnWE1LEsY4lRnWTS0sMfNwJ2iVKbeIzI6leKZwgCZilS6rybv/EULuCHyPNDmMweBApO1g/wMf3a2A37UW4JAg80m/we0oj5J7SKH2+VxOfkGtwfNQFyUN4F6QgkTtmKuwDQ5bmSnHp/Y6H5I/6bpM2DtlKX4vukLbsfZZ9XPkaXXHoA3nu0RrpwwiVjrs6BRftPTWCQO1BHwBBh/+qWzN/olsz7aa5NOwwcUHIlH5Q2nLaKwO4Dh3W00fne8jYPXXNLhvY4lJwDYJsiKvd390XvC3d1cMJkna9XTbppTr93v1JScYdj4AGHDfkCvio9PM7a/ApNcizvL5tAS+hdpId/kCnKClWOFvS5BOfJRTySNcwebhzmHeQXXx4yuuLf9FXafgFzLDB0GhlUqe7E5q0y1ClfbZOD7tB1kz8kPPJULzi80mpcd4QWKQP0uYHSiPusz2baVfFJT+pyRM3Hyig3z+cT/YmZdFLd1mpgs9jniozrqMAMo2+uruWHC1Vj5m0LIoPlwF7+wymzK7T/2v3WxVXpLunSKpbNGD4b475f7c8ohVBKeQJY4Bj2ZFkFYcWlA0aF7AWD9bthhNSngTMpX3g+77fISpGBG1mwSIWN/vIj4/ksfur8sgQ3abP92gko/zmKb4Cp8RniHDhDvgmJAO1zXuOCHYWzQlM3ztHa+AlGD84sxLZpcdsiaxu0SBTJmR6XoJ21xyyMqwLfHQQn006GcjbQM1uvDg/uejgxg6DdxlymZkp3kGQ9yJah9/U6n+IvTu4DJsksapf0a8P5f3htbB/RBJWl3E9qJLgwANwwroLbtjy5uGdHYZtNrVhSSja/96ReY5a3FQUF7eVxBk+E7k9rojL8gwSZIIsDvvpJ3FVzChKsBEBS7wf9oFZMooXNlpjUijJx4Fp1tuMtLjgl+E4RuXxIUNcmGMRfIywyZG8cXgMIgndBZo6MmiJkTkW66S6YkZhgozPN8mrjQHyu+M5NArnQY1tDSQ7V6Pka/nGoqkzNj+/4K9dvr0wrF8Wwadl03M70KnKVfIdm/ZY+d2cd6Uhl/X6xosN+t2HklhRpyZCYOcwmEJAEj2nhf0LemnSth0x6erdpuxvfWL0NRU+izzapYUGIWV5+lhQPFidT+Ow0FuK42RyfgLVmgzyOTg/XdriI5DlnyhGcZ/RDT/WrYXeCP3XRHS+HzJ1FFiFqPzD0oi4pTghbYyrdJehnPBJKEMTzFMPPujCHJOMzrHZQUMS9x7Op0vCfgYaSDN9WwNN7eIcq+m+jtZ3fTXF+lM1vl+vj6sh1NpMdzx3FHwUbFbvfJkeYVti7KoDlgSR5+/V0hsAMXV1VOv2Ym3ufZ2mbvlkeoH53KAA9/xPBvhsIqr7/Ga/wCdgBwAZXTVHzG0K0G8eKgASGbk816ArWjT3f4+GyFFbAuFPPRfOiZEQza410DzR5NpywBpoKsjH3mr0eZkhPq953AbtgfnbIgjPMSAgyLUF5vM9pm/65KUa7Qdr4mpnXOfJ3ZGPgyDrtqh0NWuw2dAY6O7JJoTA3a42KHm9Sbt11ZyKm2eMO/bYjXnxBV384gRRuKPHwQwerw2x/6zMJ51Vl7zSu4F8oyTKW8D0NkYV8DOCfBTV6BvN+ExuKnx/GUCZ0THPqg/STXGVT8o32G2FccicTz0DytvZR8iN+YnFN06oemzlvOEz5zRoN9bC+jJa3Ro4dwR4qbPpEMaF0E7evdZAj78+qvhn1eu/rNlYVHFfaf23bitILO8aQL+QyoFw1/BE62I6u+tQAZ3TECC3FsXIwn715OslCQkiES2UoeLK4oLU6Tqcjlh0EXWuTH93PEgWN/r4DkPBnwaemAY/oJwo79cLEh/c3zly5551Xc554bjvZ2DCGq7vdMAjUNUpLKTQQ5gznFY4EEKA53+nxVf6SLX/5UaR1+0nY45d/50O8dfK/Y7ALDVTGAMZJAZG/2x9DrujspAuDeugQar722M5fGHYB4XoqTUgfveEQYMBtwC0ez+F8EyMU0gcvWte3uWlk8dmoKOmxjT2/SP57IOoD68qeV1RLpQP5fxOUXLuQ2Oj1+03tQH/W62/uKxFKxFQ6Z8iUBooE/ISVESVdNP00kHbLHV0xru3BZzIBnXbYysFhy12aWdT2Tl9RvLXXap5PfiBIY1Czm1xUpkvahS+oLqma8DE3mn20Y/jOsMHHtA02wKEczHUZ0KUspkOY4/ZTOQwwS8JmWxagYFP+4tXmwICfyHQlmlkgJELtRotAx/S6AjmNSHXOnJ3R+PBm2+ufeijlaFJvz3mf3Z+WO9qA4OnkweBBHeC8ZPzzbnSwzeWOtuS0uRKS/KdaRDaqAMatceU8ytNaaK2T4ipM44+e3kTfUfD6hNys2Yqa5jT4M6jsFBAEonBQXhvy+dlAN3pIUMmhZBwngPh/srcJJmSnxRIEob+5+qCYi2YMhIE/50WSA5qTj6E+PODVuSmYuOlBztGvjtkZMvat5cV/+DpY4HH3m1Ri1wkCCaC7l5AaEs2nGe0327+j+Lko1TUlPp/u6zLM0/UBW9pMk9lN5P84UJRQJzUpYz00x0yqcBadX1+8pHya+MfVy70ly9o1O/6MKJM3GYoHY5beEkk9SB8NoD0CzNw0V11SKnicBVqbNBOqRqKXoiIsKjTX65BpyyDgB0hwx7mc45dGDKXXVtsPdt1ct32zW8WXfR2c+DBRc3auXuSqawa50GpYK0iBJk3/hCn9dyokYWg0vd3iM/+zqVHv+0d4+8NGDJzX/6yN5p8XTAcIrMey/Dn3IAp8KdPyyM+j/AM6w6cyg8pLrAduShkLbq5MPl8p6u2fdzyzoCyl+tCMz6NS1dvSaq9QOs8stCx4NjTLRSBl02QLNREBEqO/U++4+LJhu/QQQWV6KW5kKvZ+0cFrbdu72DNVSd+tuPAgooL5jXKd62JqBPXJ9RAAtxJJs3xxsLHyblJd7DPFq83BliNAzqfbqcyIzMKjaqne4Yn6ZN27jwh8+q5ZTf9oib43KqI5scCF21ycl6SX52b5BuimthqyHRjEn9D9DcgifjbmnyVkCGaHR0XstaeEzJfGN8tso64qjT/cHDqurA8469xtbzKlkONIKgLhLVOWs8WqNlod0Vwzt6KHTkvaG0aHRSvT+sfXUJ4UizeXzAW5L3jo5g8dqelBMImWAGsHM0LycFcDOvQiblJB9yEGBsy6G4w9T/VB6R68KPomC/PNWM/7JK4Y8zXtszBc54QFzf6/Xkjvvd4tf/xdRHZsxLMpMv9JvAgxPCATeY2Bug6iCKQjIIT+huQLAd2NQiaNUizybCAs/6coPPmzd0jb5EL91bveXPohQsj/qu2JqSpm5Nqt0Og9gI0FgXPhi+Y3ksUsSbp6QOT0q3qkQFn0dW51vxe12xZQ5YP7vWnWv/0j2PSVZtjysg9lgy1J5gTLip9AiQXfzzUR3f4CNCebpDw+iCAVlmMvR/xSYctiaIfghLIfKBL8gfjr9v0NCwJef17GZHwJXOH3/P7o76fQSarYwTA6n1qXoL31R2BP8vCyVa0+KQjtgzh+W+pPAJVFXMSH6gKjCNlul11YZ79zlUdks91mdi4P7kyr3hRrf/mVWHl5tUxrR9ESoJOFP3d6YAajf6mh+KK84P27ovyrNeuCNmv542prT+ysfPAxbXqt1dHpcu2GFqnWqj7TGDjZLkQOVC5TwKrkICIbqqNpRHflZTppwlVaoSoqcE5wG0k7ik1fnzZ9Z8iQeiaPLQp3kdzK2b+/rj/58ugGo6Z3HsYYWIowSH8UayhbiiI82UtProhrnlPUJw8SWbn0WcUaYIM91kt5wStpVeXWC8NnLJ1BVk9oMNbNcFblzarMz+Man1qkkAEjGo9TypAUNIdKo5LgsaOSbnmrCkD4q+QEXtbtrw9/PKFDfLMT2LqFZtNxd9kYfoBmgljWs+Bq0TzKtctcUtRwt1vMJIDnSCloJi3HXNkr4QJQpSYGLKOfrdT/L9HX7v5ldTov6HNqP/im8c2v3FX/iaQe1itK5dC3kKrLJlBZBWX5xkcf4wHqisweTxgKV6Ix0VlBMR39IJYNKLD3G/K+nZDHbohrEw7vKPjuZqgNZdft+mVaXH/QsVhmsXJwKNcUTEXw3GeaYDgUIhGbis0/vDTXs3/2X/ajg/Xru1+6ay1XZ98tk6/992oXrYrISkWaiKcJxMUvA2CPxgAemkOnxIyeKUl08F+m+RDAPoENhYTzzrwP+jbukIuNKMg+cn3OyfvLJu+eTEMOwWtiT8F4oOK7s9Vyz+cV6/f8klC8SVtTs4Jmry36nCIJvRliAqDfRZfG9dpIxAJ4Qj2vm3grqJm4c+ohmqWPS7PWTY53/rDiGs2rdy5sPyi54/6frmkRRtelQTTAu2ZkpfceGdJ8oH+01vWrZ1XOHF5WP7Wyog6foepMrzWhZWHF45awTNNaCxgrrgkJ8mH+m3vh8v409VdSRU3i+00FbzyD/4T8qCAFbu+wJo9s0vzL+ml+2rS05yCM5KEEHv7aCs3h65Z3KTd/15ELd+TkEgpczA1cHtDrhSFlX8aVekkiIQLwj4UBrNijy2c/OQToN/CbDgXMs1ynx2dGDIW/kdH68mSQLzhiQMFD21IKDeNCdiv3tun8ZFDDbmd5zRJ9y1v0SdBTeZrQX/TyixRa7wE0vsGFb5u8TK/Be82H6A5UNowshRSl51JidaCM68F36OC7fT1czIhZGyaVuI8fv7VGxeAOKDvp0e7JGUgVpR1nnNUuROSspnr4krnGpNBlDF5f9UR5+UYpAVKh72GQkKSIAua/RL+Hhd3EXcN772c7JzRJPCX30U6IWN8Zv01hdb/3dCj6VWR9JfQkNU4e2/otgUN6t0bklp+M1TjmTCOxCDwTgyW1x0ULsD8xciAwUuhiD4AmjLQZ4kaU6Z7DIVCYstaIGuXYHA3nZOxfqtmamHyj9P7JZ+jo3bXpqc7I7ImKYPmJWXlc+qUmati2nXr42qHJljAaN3AGlgM91vi/JDJKyGnQj9QAxGwGpLJBofhnVL88THseiosozPEBXtkQUNfCO1T840V1+QZr7/WqN+6LKJfeABSBQaqguQgPHOCd9TSPuDJBkLELYIoWhGwRIhxsh9I2W+qfK8pSX/FoILLg7l7wNwjfNax8bnWvBsKE7ODk3duSc2YHc6aJAS6g5p3Bg1b3uC/+f2wct2GhNolAQRoUFVPCCXdgZoljtiS+Cjuk+4oivIPYzpZ1OyTeoBrDgA7SF6dzbyrjxgeHaAL79MVQiTsqbl8nyGxePr3I/mSK/A2oAvH++gW2WuoeE2bXpsf57cXx8XyFsgqwUOBOdIqGFdpy5CGSBRzti6SI0YG7SPjQvafryhIvl4yecc2IDhlnWeBz0VSa4gPB/ZdWK1PXhXVpmxPyCMrbSUnCeEKL/qrQOeEXMOd2+xnq6I+6eq8mHtu0BIxYGWvqUgBqPR9EGSOgukakIMFISeLQnnQ5FBRrAiC/w8CUAcuU067a5ziJbtFYT9dBslfFwX8YtB0D4HGHjUlVu0qUExjygCVtmy1DA3wTy7JNRZOKHKW0su2HUyL+7nwhUnKQKwbVLDusDRkR1K/YltcunJTXO7TKCS/Cmp3DPKYRoeRSbkJ1wFHNMhn8xD4D/wtP/gTGrZlHnYJ25zQ6bT8ON6KEjqkF0UyR7MlnYC8COT9kO3TJIzfbKjeZTXvKieEs2KYq7dsJ8oD9p6BQfedYT7rvTF96XZasTWcFu8L4UsjqTXElg6Bwwc7jl0SVq74NKletCMmlR+0ZRaD6KTB6mDx6I54F9XF/wkD3kaiAXA+fkhaK0HD8P4dWBdZD/lMDyheww4lUIBiEPDkRYefB1bWV3HcihxnM/ibVVcUWO91KGpeR8+rhtT0y8U/hKTWwN/JLTjiG7ctKc9YGZYv2WGpWrOZSgCRKcx18EIFfsMbBOibUCg8hg4br1Kik8ceHjmQ0ZZpRmJcrrtyWI49Z1KJvZpevK0auvzD8A8nKQNQIGXPoorxbzeody5vUiZshrwH6yxMDZCQDE4WCL/jzU6/97yQHbs8z3pnRnHyhc5Ttv0FOMPE+h+OfxpJGYjaYYE1a6Qp85t8DywLqxWVeL8PaGpLECQPry70gfxmYr614doi8/HRwxuX0Z5VRqrHPwf/dJIyQDN8+Yj/3lfq9Ds3RBUfx4t9raTB/EmB0uG8oB2/pcR86oY+8afoOTuPpQ//U/EvIwkBJkjXzht+y6x67ZFFYb2bAXaF5ocFbgh8z/Q8Y//tJeaPR35t07z0kH8J/qUkZVC3eOgFjxwJPvdGs28gXmfvAJX5TQXJjQ92id0VuHL7p+lu/zL8W5CEiC4dMuzBw8EXl8f0EVeHkqsf6Rf5Bhu3a1/68P9HBjvfGj7mjT+P+nPtslGD003/BiDk/wGqq5EagVOyhQAAAABJRU5ErkJggg=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data:image/png;base64,%20iVBORw0KGgoAAAANSUhEUgAAAEkAAABMCAYAAAAhvppvAAAAAXNSR0IArs4c6QAAAARnQU1BAACxjwv8YQUAAAAJcEhZcwAADsMAAA7DAcdvqGQAACKdSURBVHhe7XwHnFTVvf8559YpO9sXlt477C5NFAuKiiBF0ag8SxQTNS8mMT41L8X41JiYF01eNIktiMZCwEIVVBAMIAaUJr0uC7ssbJ2deus5/9/vzgzZwMIOaoqfz/+LszNz7jnn/s73/Oq9d6Tkc2L/O2VjX6tRXziUkAYSQe10swcBs7qUW1wQTgU0UPiH7YJ432j6rKlDXju+t+oJSPVFYFumKyI9izcuNRd8lyhRmGAs0zHzTplQuvvcXdcX8TsGTN+4FprOGpkTnxXEiiHD/mt/6LWX67UhjaYgLLPqVvhcE38BICltATegUCPkpqLE9l/3jN3ErtixNX0oa5z1WmJLysofqvbNfrnJXx43OO7gvzVQPBuICmqUzCxIbvlpj/jtwYnbNqWOZgeWfs8KYtnAwT+v1v/4WpOvPPYVIAiBGiaDnDHQ+D+B3A9X+f9ovjN0aOpodsiaJPHB0P4PHsmdNbvJPyJsCO/EXyWgvGEg6pUmf8VPj/hn8aXlg9KH2kVWJPHlA/r9zwHfrBcbfOc0fQUJygDlbgb5/9TkH/WTw/qLfOmgrIhqd7lizaBu/7M356VZdf6La5OEaF64AuLgjcHozDtOxLE/fPcmxT/Y1fuS2g08jm3o5/Gz1yXd3+ua7ottCJwX4Y0DZOZAEbwucNz7jO/w1ZsrPQbfUDaEJye+wwvbLRhQ4iPk9sLk2od7R2+l43ccwH6nQ3rKtnF86eDezxzNef6P9b5LWpJcdNVcEeWMMCGoRIUw4XOezEWLy5jJKfFJQuQyTpOCCvgIMlMGTlMYIJQLX3QYqEBAB60XPhjvwpL8jMMxJmAR1MV5YT1+COTQh7S4khfSc2VXuJBMJDilARkG43zQrmLuAZ9lBk3QCHPgnESGrwbIlCNzAq4TxjE8D8oL/QmBdnHUklmej5JvFCVW390p+c2SKz/b6y26DZyRpI1vlN3039U5ryxvUkl/zRa3Fsacw6ZCICliA32W0+hIotFh8nFHZo02JRW6DWuhJCSDhELYDY4kFcmu28KpvDWhiX66LXprNm1yZQvIYJZL5RLdoQ2WTAoVzvebhAUEdW3IfmzBWZjLJOFS0lN1RJHM+YqoJl0QtHmOJCBiCVptybREcVB/uOlSoBv8DmxcgcSRGBc0RuqtWrwJxIGVsiabkUpTEYN8Nvlzs19udhm9ON8hj3SJzRx73ebZqVWfijP6pOHcXnpFjjWvVBcERXE5E51B4GJJcJCRqpKgnRWX9FMd2lezeYHiUBX23oHdBeIkC7QnCAuKg+Cwu7RYdkmTA9oncRqDXQXlYHWmRE1YHZBBZcGIJhNywJDpTkNjQDJqHUNzqbYl1giaddiU4LjEoBtqM0nC3AcNmUUge41icgnnCcA58XyockCEW6y4NBeI66E5AjSfcC6oTgUtgXVdlmPOPy8olqSX3CbOqEkIvqxs8C37Au8ubta6dJIcEcN8FwiS4A1VtxDUH1UfzE3EQY1gx0kEBA+A8uPOoumB6sN5BM1XuIi4jChoakAImAgLwEToS2C4kGFRSTBmIA1MD71LKtkGckW9K8E5CFUo5RLQC2kPyZHgXKBpSFSpAsYKJJlwIgmGxhxKYTNQswScgjogDJLng9OCrLSay3RqnnH0+b7RiTmTtn/mLfY0aJckxOzZI37+2PGcHx5MUM9xw1q8dlwA+gBEyimmvoMc8A/b8S98Tzt7WLj3Gb+lm9L98D31t3X/DHAcak1qxhRAGbzPeC6kE/sgsBV74hzYB+XCftgOHHt9sG93v0t+0jH2xG23bbzfazwDzmhuGVyQZ701SLUbVOgNvgRCKaYBwksmVXjHV+vvGGpBW+CV6osnwRe2eePhhX3xlZmrrf6tx+E7HD7RlhmDc2T64CtzbjxP6vjfZMv0kUCjBqp289iQeAu6tQucv130Lrb29tfdzT6QAE3oqwzUKj+so6/Ot/btTnelWs+MrEii5++J9va5W3O8+PHVBpIUgODSy+dupiM3tqRaz4ysSEIU6e4OCK3g/1Dpv7pA+XOp6+YpYnu6qV1kTVJfXRwpUgXkZl9toCYVwjp6KM7hVEv7yJqkbpLTrAoXov6Xr0koOJKPqUTmhd+x/csGBkE/4XZvhWRlaoisScrLozGIEAaG2y8DSIAJEpuQQrkQ7hSFiByV81x4BeElQTboQLjD49jvyyIMUwxFcKOjZsfSTe0i6yWLj/v3mL6h4P2lzb6+cJJ069kDR1pwWh3qp36aw8uTthgYtUmXKCe5BpADRZ4jExr2SfRIDqO7g4rYoqt0rykzCxJEqNey39k24FBGJoaMQ2+PaLiEXrS3Mt18RmRP0l8Gd71hY+67i6L6IIl/PpJQIwIqJ+Mk072+PiHK9ti0pJZTNQqVsAUdwJZBY9AiMAsUrgqEBomo6yyJDf0VMqfQTz92NGZCnYj52OcBlnGTc43d885ruZyO3nEk3XxGfJFNyRqeaYGdlgUs/vumJue5d8N08pum1GmrkFg9ZTYcNCBvRluGj967AWWJAx8kON55M5eufcNgs1c0kyeiYbev3xZfxO4huUS3lzWyJ0mGAonhlYyzAxIEVT2Z4Evy5z9rFlMXWZKynzDwNRTMinCYEcq4lE6f9MJ2PI79TCDRt5uwGQuT7LldzfxC3eAm9oGuZwubgNXasJ4skT1JgsmOEHrmQla2sICgK7UE/826sOj7F1cyoYEr6YNnAyAEx9kJSstWOtLTm8LiMhWI8hjNHig+uFSNGDZWR1khe5IMRbM58WeuGmYD9EEVmiEe3RgmHT8VkpkptL4AoKT3HH+PNY70i911Ypg/wfFKY7bATbYd4o8ZPn+6qV1kLXK1wXMsxtRUDd8+0OjzFFd8jUquHvMJJ+QKGa8bnpU3OAkQLyTbJbJqiuryEN8yZIq4sLgPDzEr+3gLu2xKTD2eZKF0S7vImqTDhpwX5wwL9ayAt25Hy0Ks//gCere4hr5YNsqtHBJypQKHyy4UB7iqLLUSA5lkcaLIBmksC7hzZ0517/3mr8TD/X4iVQeupxUBSbhn4QdiLlOqHDk3/bVdZE1SZYJ3aTKJls0AXH8QEp6u0XxRXVfMKusL2AuVY6X73KvoUwPGij0j8lxS4HKVOYRBXnRasjKaI5mkaajO3/jGFOf7X3+CPDn4Pmm3GCzJjk2r5f6sc25PrlM7K85R/maHaDWW6J5qaR9ZkxR2lQFhwcCrtC8KbmoxJItuXQcRt1SqyQ5ROKe1jfns1YOjpXui19JfDRwn1ld0cuwunCvMEX9HFrxL4ABl2RCNQwN8zu1T3Hu++QT5xeAfyTuVIRLFpFKYILxDIiSHCH0gXhLOyuRQ/ghkHhGH9ks3tYusSBLbB6kNttQLxcrG3HCtudDRigYh0qZGULAZmblEp7CwFh9bsL9MerB5Cnu09HKxenQ3nuwKQU9yPLNSqSlaBmvuWzOv5A98/XHxf0PuZ7voMKbaNlE5uu0UHTizTYAzpRPJlYTIxuJwDAaUY5bcU1R211OtZ0Z2mlRNO1QapJ8BTjcbkhCqYJRDUdaW3BJDIlwSifrY8iODpB9VT2MPlEwRy4b3cevP87tvzJzEv/vNJ+gvhv6YbdUqJAGJliIwJT8VGG0FU4nq3S5onyWUP+EIcshgfckOf4dU65mRFUkbI1L34w7raeHNs3TbGQGdTO/6PqTNZxiAmqWBZmEy9cmRHtKvj1/MXj1/An+y/AG2g5UxxXaoCpkQS2tO2xBE4jbeAQGG2pcOe4AlkwZX6rYprGfll7IiabchjaqylEC2DgyjUYQLKuXEBF5Tbg9oijqYWiKmkIZ4iLlcAZ/Ttua0Bm6ZQrlQnToC9XHWhQquo8qSgns4G5NqOTO8dcMesI3zK8Y/M3vko0++MPKp+XOG3yFW9yn2egCqLHUU3tJhuFlZAHPGBhdMpKie+BQHdjk78fGuMJAF1Ug2LhiDHyMBkiSSsYc0wvnwvNkA19EAVckBWxqNa8c2sWJIh7dfG/6tJ2eNfOqZl0c+unH+0PGZYyAWkea/PuJ7L9X7HvrMUEJ4L62jzPn0fGPhj3ofm0nyCPn6mk7L57f4Rp7NxVsHtOMKmXDno3G0sq6YSlL7WSR1HD7+uhhfNuB2meCNsnYAxkgG8e1cHP4FeS9sMYVlV1riVlOJkWm5xrZXR8YuJQnLfawq9NJbTf4r63BzocdQv91yS6Hx8LXqxqfY0cVD+i4I63e/H1VDdUlBmuG1JSaxd8PKtG1N+aPI8ZyOxyza0wRnly1BCAHas02ySbf++yDE8yxcKgLiVnYdPS3yQ2zrFF0qtkRj4Lazr71xHehf6yzaLdZESja36Oe816xd+VmcUlx/nUHI8oieuxh4aVCH9mHNrqRHHaZhBoynQZXFmGQIymuSxL8/KRdYlOVkaWkngKl5taGww6WH6LAeh7nj4P60B7yhKAGjZ+6J2yWIQsqtVe6u+vX0ONc9uc8KcAoICf7dMVp0NC7rce7Vz948yAPlnCQEVRttWWODu0YrR/rNT/Ogh/fogTdDqmOOLNkQ1YKOOGsRPMgw24eGxOjwT0V5tyNAVNspQWuAAp6xCxIEBQoZ4ax1o7Uv0/VxyuTPc20Jhpjwt9GVglRGvT/R7PGQp1Iywmdu6N81eojRkQdbbitOPHptfnJ/CIoO9EkIRin3y65lOAzijndj/qyBY1wukSW2K2mj14nRfQ+61IU8GYJAe2SdDCQHUklIG2RynrOCu7XPkBUteFUKt+LzwCvVKQPkqcJR0s8k4PpzdUauz0/su6vEeIyO2R/xvHenq7Z/+vPu0Wu+XRhfVaieyFwhLxVuriySEMazdRWnADUy4UjkTZtLdcM/pmPPW+90zQ9DzSIR4M67X3864DnR9yA5BMjoRQ6JC+NPO9WH/0CWNBuweXIq/KSR6p96bx94CZiIoEQtUAEYBouE1hKVi+8UR9//Zc/E9PypqQdQT5wDn6x4sHv4W+OCVg1eB4YTsZig+kDdwFtJ7SctaaCAqK4WKDA+goNAYxWgUSsTKvug9KCUd9GHfOyojU6/Dsd5EEM+p8KxFWLDiwt4pz6IXDqRqSRyoUQZDBFsXGKWW1D7M3d55QfSmpjiaVBGeFwclhoueDMNJIDAKjIWcTqg1vgEd3oqVlNDUmhQRzMOSfulIevwjwYY39ImfHbi5mXrjSAkZDdrFIoAOFGCU6kyKRUHuiZr8yVSq2TplvDJMzBd/r2OEZ4PVauRdjI4Gh1jlaHSJdyS3++2l5kXrBKDLn+fjzjvr865FVucMWU7ec+c/XSMucQ9N/66Ozzye2dQ3Y94suoR8e7BJWxRXVg+4vjw8RtvPpwXycF8dWzA5L/sGubz+jaIZ3o08dEBi5+JKBnWE1LEsY4lRnWTS0sMfNwJ2iVKbeIzI6leKZwgCZilS6rybv/EULuCHyPNDmMweBApO1g/wMf3a2A37UW4JAg80m/we0oj5J7SKH2+VxOfkGtwfNQFyUN4F6QgkTtmKuwDQ5bmSnHp/Y6H5I/6bpM2DtlKX4vukLbsfZZ9XPkaXXHoA3nu0RrpwwiVjrs6BRftPTWCQO1BHwBBh/+qWzN/olsz7aa5NOwwcUHIlH5Q2nLaKwO4Dh3W00fne8jYPXXNLhvY4lJwDYJsiKvd390XvC3d1cMJkna9XTbppTr93v1JScYdj4AGHDfkCvio9PM7a/ApNcizvL5tAS+hdpId/kCnKClWOFvS5BOfJRTySNcwebhzmHeQXXx4yuuLf9FXafgFzLDB0GhlUqe7E5q0y1ClfbZOD7tB1kz8kPPJULzi80mpcd4QWKQP0uYHSiPusz2baVfFJT+pyRM3Hyig3z+cT/YmZdFLd1mpgs9jniozrqMAMo2+uruWHC1Vj5m0LIoPlwF7+wymzK7T/2v3WxVXpLunSKpbNGD4b475f7c8ohVBKeQJY4Bj2ZFkFYcWlA0aF7AWD9bthhNSngTMpX3g+77fISpGBG1mwSIWN/vIj4/ksfur8sgQ3abP92gko/zmKb4Cp8RniHDhDvgmJAO1zXuOCHYWzQlM3ztHa+AlGD84sxLZpcdsiaxu0SBTJmR6XoJ21xyyMqwLfHQQn006GcjbQM1uvDg/uejgxg6DdxlymZkp3kGQ9yJah9/U6n+IvTu4DJsksapf0a8P5f3htbB/RBJWl3E9qJLgwANwwroLbtjy5uGdHYZtNrVhSSja/96ReY5a3FQUF7eVxBk+E7k9rojL8gwSZIIsDvvpJ3FVzChKsBEBS7wf9oFZMooXNlpjUijJx4Fp1tuMtLjgl+E4RuXxIUNcmGMRfIywyZG8cXgMIgndBZo6MmiJkTkW66S6YkZhgozPN8mrjQHyu+M5NArnQY1tDSQ7V6Pka/nGoqkzNj+/4K9dvr0wrF8Wwadl03M70KnKVfIdm/ZY+d2cd6Uhl/X6xosN+t2HklhRpyZCYOcwmEJAEj2nhf0LemnSth0x6erdpuxvfWL0NRU+izzapYUGIWV5+lhQPFidT+Ow0FuK42RyfgLVmgzyOTg/XdriI5DlnyhGcZ/RDT/WrYXeCP3XRHS+HzJ1FFiFqPzD0oi4pTghbYyrdJehnPBJKEMTzFMPPujCHJOMzrHZQUMS9x7Op0vCfgYaSDN9WwNN7eIcq+m+jtZ3fTXF+lM1vl+vj6sh1NpMdzx3FHwUbFbvfJkeYVti7KoDlgSR5+/V0hsAMXV1VOv2Ym3ufZ2mbvlkeoH53KAA9/xPBvhsIqr7/Ga/wCdgBwAZXTVHzG0K0G8eKgASGbk816ArWjT3f4+GyFFbAuFPPRfOiZEQza410DzR5NpywBpoKsjH3mr0eZkhPq953AbtgfnbIgjPMSAgyLUF5vM9pm/65KUa7Qdr4mpnXOfJ3ZGPgyDrtqh0NWuw2dAY6O7JJoTA3a42KHm9Sbt11ZyKm2eMO/bYjXnxBV384gRRuKPHwQwerw2x/6zMJ51Vl7zSu4F8oyTKW8D0NkYV8DOCfBTV6BvN+ExuKnx/GUCZ0THPqg/STXGVT8o32G2FccicTz0DytvZR8iN+YnFN06oemzlvOEz5zRoN9bC+jJa3Ro4dwR4qbPpEMaF0E7evdZAj78+qvhn1eu/rNlYVHFfaf23bitILO8aQL+QyoFw1/BE62I6u+tQAZ3TECC3FsXIwn715OslCQkiES2UoeLK4oLU6Tqcjlh0EXWuTH93PEgWN/r4DkPBnwaemAY/oJwo79cLEh/c3zly5551Xc554bjvZ2DCGq7vdMAjUNUpLKTQQ5gznFY4EEKA53+nxVf6SLX/5UaR1+0nY45d/50O8dfK/Y7ALDVTGAMZJAZG/2x9DrujspAuDeugQar722M5fGHYB4XoqTUgfveEQYMBtwC0ez+F8EyMU0gcvWte3uWlk8dmoKOmxjT2/SP57IOoD68qeV1RLpQP5fxOUXLuQ2Oj1+03tQH/W62/uKxFKxFQ6Z8iUBooE/ISVESVdNP00kHbLHV0xru3BZzIBnXbYysFhy12aWdT2Tl9RvLXXap5PfiBIY1Czm1xUpkvahS+oLqma8DE3mn20Y/jOsMHHtA02wKEczHUZ0KUspkOY4/ZTOQwwS8JmWxagYFP+4tXmwICfyHQlmlkgJELtRotAx/S6AjmNSHXOnJ3R+PBm2+ufeijlaFJvz3mf3Z+WO9qA4OnkweBBHeC8ZPzzbnSwzeWOtuS0uRKS/KdaRDaqAMatceU8ytNaaK2T4ipM44+e3kTfUfD6hNys2Yqa5jT4M6jsFBAEonBQXhvy+dlAN3pIUMmhZBwngPh/srcJJmSnxRIEob+5+qCYi2YMhIE/50WSA5qTj6E+PODVuSmYuOlBztGvjtkZMvat5cV/+DpY4HH3m1Ri1wkCCaC7l5AaEs2nGe0327+j+Lko1TUlPp/u6zLM0/UBW9pMk9lN5P84UJRQJzUpYz00x0yqcBadX1+8pHya+MfVy70ly9o1O/6MKJM3GYoHY5beEkk9SB8NoD0CzNw0V11SKnicBVqbNBOqRqKXoiIsKjTX65BpyyDgB0hwx7mc45dGDKXXVtsPdt1ct32zW8WXfR2c+DBRc3auXuSqawa50GpYK0iBJk3/hCn9dyokYWg0vd3iM/+zqVHv+0d4+8NGDJzX/6yN5p8XTAcIrMey/Dn3IAp8KdPyyM+j/AM6w6cyg8pLrAduShkLbq5MPl8p6u2fdzyzoCyl+tCMz6NS1dvSaq9QOs8stCx4NjTLRSBl02QLNREBEqO/U++4+LJhu/QQQWV6KW5kKvZ+0cFrbdu72DNVSd+tuPAgooL5jXKd62JqBPXJ9RAAtxJJs3xxsLHyblJd7DPFq83BliNAzqfbqcyIzMKjaqne4Yn6ZN27jwh8+q5ZTf9oib43KqI5scCF21ycl6SX52b5BuimthqyHRjEn9D9DcgifjbmnyVkCGaHR0XstaeEzJfGN8tso64qjT/cHDqurA8469xtbzKlkONIKgLhLVOWs8WqNlod0Vwzt6KHTkvaG0aHRSvT+sfXUJ4UizeXzAW5L3jo5g8dqelBMImWAGsHM0LycFcDOvQiblJB9yEGBsy6G4w9T/VB6R68KPomC/PNWM/7JK4Y8zXtszBc54QFzf6/Xkjvvd4tf/xdRHZsxLMpMv9JvAgxPCATeY2Bug6iCKQjIIT+huQLAd2NQiaNUizybCAs/6coPPmzd0jb5EL91bveXPohQsj/qu2JqSpm5Nqt0Og9gI0FgXPhi+Y3ksUsSbp6QOT0q3qkQFn0dW51vxe12xZQ5YP7vWnWv/0j2PSVZtjysg9lgy1J5gTLip9AiQXfzzUR3f4CNCebpDw+iCAVlmMvR/xSYctiaIfghLIfKBL8gfjr9v0NCwJef17GZHwJXOH3/P7o76fQSarYwTA6n1qXoL31R2BP8vCyVa0+KQjtgzh+W+pPAJVFXMSH6gKjCNlul11YZ79zlUdks91mdi4P7kyr3hRrf/mVWHl5tUxrR9ESoJOFP3d6YAajf6mh+KK84P27ovyrNeuCNmv542prT+ysfPAxbXqt1dHpcu2GFqnWqj7TGDjZLkQOVC5TwKrkICIbqqNpRHflZTppwlVaoSoqcE5wG0k7ik1fnzZ9Z8iQeiaPLQp3kdzK2b+/rj/58ugGo6Z3HsYYWIowSH8UayhbiiI82UtProhrnlPUJw8SWbn0WcUaYIM91kt5wStpVeXWC8NnLJ1BVk9oMNbNcFblzarMz+Man1qkkAEjGo9TypAUNIdKo5LgsaOSbnmrCkD4q+QEXtbtrw9/PKFDfLMT2LqFZtNxd9kYfoBmgljWs+Bq0TzKtctcUtRwt1vMJIDnSCloJi3HXNkr4QJQpSYGLKOfrdT/L9HX7v5ldTov6HNqP/im8c2v3FX/iaQe1itK5dC3kKrLJlBZBWX5xkcf4wHqisweTxgKV6Ix0VlBMR39IJYNKLD3G/K+nZDHbohrEw7vKPjuZqgNZdft+mVaXH/QsVhmsXJwKNcUTEXw3GeaYDgUIhGbis0/vDTXs3/2X/ajg/Xru1+6ay1XZ98tk6/992oXrYrISkWaiKcJxMUvA2CPxgAemkOnxIyeKUl08F+m+RDAPoENhYTzzrwP+jbukIuNKMg+cn3OyfvLJu+eTEMOwWtiT8F4oOK7s9Vyz+cV6/f8klC8SVtTs4Jmry36nCIJvRliAqDfRZfG9dpIxAJ4Qj2vm3grqJm4c+ohmqWPS7PWTY53/rDiGs2rdy5sPyi54/6frmkRRtelQTTAu2ZkpfceGdJ8oH+01vWrZ1XOHF5WP7Wyog6foepMrzWhZWHF45awTNNaCxgrrgkJ8mH+m3vh8v409VdSRU3i+00FbzyD/4T8qCAFbu+wJo9s0vzL+ml+2rS05yCM5KEEHv7aCs3h65Z3KTd/15ELd+TkEgpczA1cHtDrhSFlX8aVekkiIQLwj4UBrNijy2c/OQToN/CbDgXMs1ynx2dGDIW/kdH68mSQLzhiQMFD21IKDeNCdiv3tun8ZFDDbmd5zRJ9y1v0SdBTeZrQX/TyixRa7wE0vsGFb5u8TK/Be82H6A5UNowshRSl51JidaCM68F36OC7fT1czIhZGyaVuI8fv7VGxeAOKDvp0e7JGUgVpR1nnNUuROSspnr4krnGpNBlDF5f9UR5+UYpAVKh72GQkKSIAua/RL+Hhd3EXcN772c7JzRJPCX30U6IWN8Zv01hdb/3dCj6VWR9JfQkNU4e2/otgUN6t0bklp+M1TjmTCOxCDwTgyW1x0ULsD8xciAwUuhiD4AmjLQZ4kaU6Z7DIVCYstaIGuXYHA3nZOxfqtmamHyj9P7JZ+jo3bXpqc7I7ImKYPmJWXlc+qUmati2nXr42qHJljAaN3AGlgM91vi/JDJKyGnQj9QAxGwGpLJBofhnVL88THseiosozPEBXtkQUNfCO1T840V1+QZr7/WqN+6LKJfeABSBQaqguQgPHOCd9TSPuDJBkLELYIoWhGwRIhxsh9I2W+qfK8pSX/FoILLg7l7wNwjfNax8bnWvBsKE7ODk3duSc2YHc6aJAS6g5p3Bg1b3uC/+f2wct2GhNolAQRoUFVPCCXdgZoljtiS+Cjuk+4oivIPYzpZ1OyTeoBrDgA7SF6dzbyrjxgeHaAL79MVQiTsqbl8nyGxePr3I/mSK/A2oAvH++gW2WuoeE2bXpsf57cXx8XyFsgqwUOBOdIqGFdpy5CGSBRzti6SI0YG7SPjQvafryhIvl4yecc2IDhlnWeBz0VSa4gPB/ZdWK1PXhXVpmxPyCMrbSUnCeEKL/qrQOeEXMOd2+xnq6I+6eq8mHtu0BIxYGWvqUgBqPR9EGSOgukakIMFISeLQnnQ5FBRrAiC/w8CUAcuU067a5ziJbtFYT9dBslfFwX8YtB0D4HGHjUlVu0qUExjygCVtmy1DA3wTy7JNRZOKHKW0su2HUyL+7nwhUnKQKwbVLDusDRkR1K/YltcunJTXO7TKCS/Cmp3DPKYRoeRSbkJ1wFHNMhn8xD4D/wtP/gTGrZlHnYJ25zQ6bT8ON6KEjqkF0UyR7MlnYC8COT9kO3TJIzfbKjeZTXvKieEs2KYq7dsJ8oD9p6BQfedYT7rvTF96XZasTWcFu8L4UsjqTXElg6Bwwc7jl0SVq74NKletCMmlR+0ZRaD6KTB6mDx6I54F9XF/wkD3kaiAXA+fkhaK0HD8P4dWBdZD/lMDyheww4lUIBiEPDkRYefB1bWV3HcihxnM/ibVVcUWO91KGpeR8+rhtT0y8U/hKTWwN/JLTjiG7ctKc9YGZYv2WGpWrOZSgCRKcx18EIFfsMbBOibUCg8hg4br1Kik8ceHjmQ0ZZpRmJcrrtyWI49Z1KJvZpevK0auvzD8A8nKQNQIGXPoorxbzeody5vUiZshrwH6yxMDZCQDE4WCL/jzU6/97yQHbs8z3pnRnHyhc5Ttv0FOMPE+h+OfxpJGYjaYYE1a6Qp85t8DywLqxWVeL8PaGpLECQPry70gfxmYr614doi8/HRwxuX0Z5VRqrHPwf/dJIyQDN8+Yj/3lfq9Ds3RBUfx4t9raTB/EmB0uG8oB2/pcR86oY+8afoOTuPpQ//U/EvIwkBJkjXzht+y6x67ZFFYb2bAXaF5ocFbgh8z/Q8Y//tJeaPR35t07z0kH8J/qUkZVC3eOgFjxwJPvdGs28gXmfvAJX5TQXJjQ92id0VuHL7p+lu/zL8W5CEiC4dMuzBw8EXl8f0EVeHkqsf6Rf5Bhu3a1/68P9HBjvfGj7mjT+P+nPtslGD003/BiDk/wGqq5EagVOyhQAAAABJRU5ErkJggg=="/>
          <p:cNvSpPr>
            <a:spLocks noChangeAspect="1" noChangeArrowheads="1"/>
          </p:cNvSpPr>
          <p:nvPr/>
        </p:nvSpPr>
        <p:spPr bwMode="auto">
          <a:xfrm>
            <a:off x="36512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5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99528"/>
            <a:ext cx="5507182" cy="4144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were computers like before operating systems were invented? 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1940’s (before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Operating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Systems)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you wanted to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change what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computer was doing, you had to change how the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wires were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connected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164" y="1738745"/>
            <a:ext cx="31242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FA349-3F84-40A3-902B-FDBED937DC00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Later, instructions were given to the computer with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punch cards or magnetic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tape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you wanted to run a different program, you had to wipe out the first program from memory and then load another program into memory.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545" y="3962400"/>
            <a:ext cx="408103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5C72-643D-472E-BA72-1D42DEAB2D49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1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458200" cy="41449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1950s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General Motors Research Laboratories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implemented first operating system for IBM 701 computer. 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 was capable of executing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one job at one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time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job is consist of set of program instructions corresponding to a particular computational task.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D069-EE8C-462D-961A-BF065973A341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2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5257800" cy="4144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In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1960s,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 was introduced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batch-processing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systems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term "batch" is from batch processing, meaning "non- interactive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execution“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Batch file consist of series of command to be executed by command line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interpreter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D6B4-B505-49E0-BBFE-CB57DC52AF38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2" descr="Tabulating machine - Wikiwa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447801"/>
            <a:ext cx="28194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6289964" y="5417128"/>
            <a:ext cx="27016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IBM Type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285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tabulators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use at U.S. Social Security Administration circa 1936</a:t>
            </a:r>
          </a:p>
        </p:txBody>
      </p:sp>
    </p:spTree>
    <p:extLst>
      <p:ext uri="{BB962C8B-B14F-4D97-AF65-F5344CB8AC3E}">
        <p14:creationId xmlns:p14="http://schemas.microsoft.com/office/powerpoint/2010/main" val="307660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1543"/>
            <a:ext cx="5105400" cy="4144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run more than one program at a time, you need a "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boss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 program that controls all the other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programs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Such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boss program is called an operating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6AAB9-4F87-4B43-8CD5-B51A1875118C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69808"/>
            <a:ext cx="2671330" cy="3235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5881254" y="5274549"/>
            <a:ext cx="32766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OS/360 was used on most IBM mainframe computers beginning in 1966, including computers used by the Apollo program</a:t>
            </a:r>
          </a:p>
        </p:txBody>
      </p:sp>
    </p:spTree>
    <p:extLst>
      <p:ext uri="{BB962C8B-B14F-4D97-AF65-F5344CB8AC3E}">
        <p14:creationId xmlns:p14="http://schemas.microsoft.com/office/powerpoint/2010/main" val="15662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81200"/>
            <a:ext cx="8686800" cy="4144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In 1970s the system were primarily multimode multiprogramming that supported batch file processing, timesharing, and real time 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applications</a:t>
            </a:r>
          </a:p>
          <a:p>
            <a:pPr algn="just"/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In timesharing technique many people can use same computer system at same 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time</a:t>
            </a:r>
          </a:p>
          <a:p>
            <a:pPr algn="just"/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Real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time is ability of operating system to provide required service in limited 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time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B125-4FC3-4FE9-BA28-3A9A3560243D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5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Microsoft’s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MS-DOS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was one of the first Operating Systems for Personal Computers (PCs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mouse. Instead, you had to type a lot of special computer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commands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Microsoft Finally Gave Away MS-DOS. Now It Should Open Source Everything  Else | WIR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429000"/>
            <a:ext cx="4286107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C4740-26C4-4B6C-9F55-D841A8D699DE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7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the 1980s, operating systems were developed where you could move a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mouse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around and click on things instead of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typing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commands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429000"/>
            <a:ext cx="315277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1A35-C58D-470F-99C5-97EF6C493783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5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1990s the creation of World Wide Web brought great change in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industry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era systems were developed which could store gigabyte of information and execute million of instructions per second(MIPS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Most software was created by writing source code in high level language but commercial software was as object code(machine code)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04DB0-99C9-4DB2-82CB-C7C1822E4158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8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WINDOWS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2000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operating system for use on both client and server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computers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was produced by Microsoft and released to manufacturing on December 15,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1999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 descr="Windows 2000 | Microsoft Wiki | Fand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505200"/>
            <a:ext cx="47244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F744-E74D-45E5-BE2F-DBFD642D5A01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8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Windows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XP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(codenamed Whistler) is a personal computer operating system produced by Microsoft 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operating system was released to manufacturing on August 24, 2001</a:t>
            </a:r>
          </a:p>
        </p:txBody>
      </p:sp>
      <p:pic>
        <p:nvPicPr>
          <p:cNvPr id="6146" name="Picture 2" descr="The Top 5 Most Important Versions of Microsoft Window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581400"/>
            <a:ext cx="46482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26ED-1CFB-469C-B4DA-B16D8F2C1DA2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8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Windows Vista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codenamed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Longhorn</a:t>
            </a:r>
            <a:r>
              <a:rPr lang="en-US" sz="2400" dirty="0" smtClean="0"/>
              <a:t>)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operating system by Microsoft for use on personal computers, including home and business desktops, laptops, tablet PCs and media center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PCs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Development was completed on 8,November 2006</a:t>
            </a:r>
          </a:p>
        </p:txBody>
      </p:sp>
      <p:pic>
        <p:nvPicPr>
          <p:cNvPr id="7170" name="Picture 2" descr="Windows Vista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82290"/>
            <a:ext cx="4343399" cy="2757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FA26-959C-4BD1-9512-F4A236801FFE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8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Windows 7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(codenamed Vienna, formerly Blackcomb) is a personal computer operating system developed by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Microsoft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Windows 7 was released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manufacturing on 22 July 2009</a:t>
            </a:r>
          </a:p>
        </p:txBody>
      </p:sp>
      <p:pic>
        <p:nvPicPr>
          <p:cNvPr id="1026" name="Picture 2" descr="Beware, Windows 7 hold-outs: Microsoft starts one-year clock to end support  for popular operating system - GeekWi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366655"/>
            <a:ext cx="4648200" cy="316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EFF7-0AC9-43CA-A642-43CEF7F5F5FE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8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686800" cy="41449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Windows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a personal computer operating system developed by Microsoft as part of the Windows NT family of operating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systems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operating system was released to manufacturing on 1 August 2012</a:t>
            </a:r>
          </a:p>
        </p:txBody>
      </p:sp>
      <p:pic>
        <p:nvPicPr>
          <p:cNvPr id="2050" name="Picture 2" descr="Windows 8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505200"/>
            <a:ext cx="43434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FADE5-876C-4467-8C3E-B869AFDE56D9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8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81200"/>
            <a:ext cx="8686800" cy="41449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Windows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 a Personal Computer operating system developed by Microsoft as part of the Windows NT family of operating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systems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Officially unveiled in September 2014</a:t>
            </a:r>
          </a:p>
        </p:txBody>
      </p:sp>
      <p:pic>
        <p:nvPicPr>
          <p:cNvPr id="3074" name="Picture 2" descr="Big business behind a free Windows 10? | Business | Economy and finance  news from a German perspective | DW | 28.07.20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429000"/>
            <a:ext cx="45720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8AAAE-0D06-4F9D-AA0F-F59B00825E6A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8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 a mobile operating system (OS) based on the Linux kernel and currently developed by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Google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With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user interface based on direct manipulation, Android is designed primarily for touchscreen mobile 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Initially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developed by Android, Inc., which Google bought in 2005, Android was unveiled in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2007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 descr="500+ Android Pictures | Download Free Images on Unsplash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343400"/>
            <a:ext cx="3505200" cy="220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32076-6F1F-49CD-89A0-7363E774FB7D}" type="datetime1">
              <a:rPr lang="en-US" smtClean="0"/>
              <a:t>2/2/2022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8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MAC OS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 proprietary graphical operating system developed and marketed by Apple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Inc.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since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2001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 the primary operating system for Apple's Mac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computers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macOS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23409"/>
            <a:ext cx="4038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B9452-A79A-4D01-9F18-115A7C182808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3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534400" cy="4144963"/>
          </a:xfrm>
        </p:spPr>
        <p:txBody>
          <a:bodyPr>
            <a:normAutofit/>
          </a:bodyPr>
          <a:lstStyle/>
          <a:p>
            <a:r>
              <a:rPr lang="en-US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iOS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 another type of operating system like ANDROID enables users to use Smartphones 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main credit of development of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iOS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’ development goes to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Steve Jobs</a:t>
            </a:r>
          </a:p>
          <a:p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It&amp;#39;s the small things that make iOS 15 a great upda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33800"/>
            <a:ext cx="46482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9464B-CCBA-4512-870A-624327055DFF}" type="datetime1">
              <a:rPr lang="en-US" smtClean="0"/>
              <a:t>2/2/2022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A3DA38-5A63-4A5C-BD3B-13EBCE81BA4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3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cro">
  <a:themeElements>
    <a:clrScheme name="Macro">
      <a:dk1>
        <a:sysClr val="windowText" lastClr="000000"/>
      </a:dk1>
      <a:lt1>
        <a:sysClr val="window" lastClr="FFFFFF"/>
      </a:lt1>
      <a:dk2>
        <a:srgbClr val="3F3F4D"/>
      </a:dk2>
      <a:lt2>
        <a:srgbClr val="DDDDDD"/>
      </a:lt2>
      <a:accent1>
        <a:srgbClr val="A51009"/>
      </a:accent1>
      <a:accent2>
        <a:srgbClr val="DE7014"/>
      </a:accent2>
      <a:accent3>
        <a:srgbClr val="704836"/>
      </a:accent3>
      <a:accent4>
        <a:srgbClr val="F2B431"/>
      </a:accent4>
      <a:accent5>
        <a:srgbClr val="7F221D"/>
      </a:accent5>
      <a:accent6>
        <a:srgbClr val="CDAC77"/>
      </a:accent6>
      <a:hlink>
        <a:srgbClr val="F5B123"/>
      </a:hlink>
      <a:folHlink>
        <a:srgbClr val="E19B0B"/>
      </a:folHlink>
    </a:clrScheme>
    <a:fontScheme name="Macr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cr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300000"/>
              </a:schemeClr>
            </a:gs>
            <a:gs pos="100000">
              <a:schemeClr val="phClr">
                <a:tint val="80000"/>
                <a:satMod val="15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90000"/>
                <a:satMod val="300000"/>
              </a:schemeClr>
            </a:gs>
            <a:gs pos="100000">
              <a:schemeClr val="phClr">
                <a:satMod val="150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70000"/>
              </a:srgbClr>
            </a:outerShdw>
          </a:effectLst>
        </a:effectStyle>
        <a:effectStyle>
          <a:effectLst>
            <a:outerShdw blurRad="25400" dist="254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contourW="15875" prstMaterial="softmetal">
            <a:bevelT w="25400" h="19050" prst="angle"/>
            <a:contourClr>
              <a:schemeClr val="phClr">
                <a:shade val="30000"/>
              </a:schemeClr>
            </a:contourClr>
          </a:sp3d>
        </a:effectStyle>
        <a:effectStyle>
          <a:effectLst>
            <a:outerShdw blurRad="254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contourW="19050" prstMaterial="metal">
            <a:bevelT w="63500" h="31750" prst="angle"/>
            <a:contourClr>
              <a:schemeClr val="phClr">
                <a:shade val="25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7000"/>
                <a:shade val="93000"/>
                <a:satMod val="110000"/>
                <a:lumMod val="90000"/>
              </a:schemeClr>
            </a:gs>
            <a:gs pos="76000">
              <a:schemeClr val="phClr">
                <a:tint val="85000"/>
                <a:shade val="75000"/>
                <a:satMod val="120000"/>
              </a:schemeClr>
            </a:gs>
            <a:gs pos="100000">
              <a:schemeClr val="phClr">
                <a:tint val="86000"/>
                <a:shade val="50000"/>
                <a:satMod val="13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35000"/>
                <a:satMod val="146000"/>
                <a:lumMod val="101000"/>
              </a:schemeClr>
            </a:gs>
            <a:gs pos="26000">
              <a:schemeClr val="phClr">
                <a:tint val="96000"/>
                <a:shade val="96000"/>
                <a:satMod val="190000"/>
              </a:schemeClr>
            </a:gs>
            <a:gs pos="100000">
              <a:schemeClr val="phClr">
                <a:tint val="60000"/>
                <a:shade val="90000"/>
                <a:satMod val="22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TM01859866[[fn=Macro]]</Template>
  <TotalTime>162</TotalTime>
  <Words>764</Words>
  <Application>Microsoft Office PowerPoint</Application>
  <PresentationFormat>On-screen Show (4:3)</PresentationFormat>
  <Paragraphs>119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Macro</vt:lpstr>
      <vt:lpstr>Guess the Topic</vt:lpstr>
      <vt:lpstr>History of Operating System </vt:lpstr>
      <vt:lpstr>Operating System (OS)</vt:lpstr>
      <vt:lpstr>HISTORY</vt:lpstr>
      <vt:lpstr>HISTORY (Cont.)</vt:lpstr>
      <vt:lpstr>HISTORY (Cont.)</vt:lpstr>
      <vt:lpstr>HISTORY (Cont.)</vt:lpstr>
      <vt:lpstr>HISTORY (Cont.)</vt:lpstr>
      <vt:lpstr>HISTORY (Cont.)</vt:lpstr>
      <vt:lpstr>HISTORY (Cont.)</vt:lpstr>
      <vt:lpstr>HISTORY (Cont.)</vt:lpstr>
      <vt:lpstr>HISTORY (Cont.)</vt:lpstr>
      <vt:lpstr>HISTORY (Cont.)</vt:lpstr>
      <vt:lpstr>HISTORY (Cont.)</vt:lpstr>
      <vt:lpstr>HISTORY (Cont.)</vt:lpstr>
      <vt:lpstr>HISTORY (Cont.)</vt:lpstr>
      <vt:lpstr>HISTORY (Cont.)</vt:lpstr>
      <vt:lpstr>HISTORY (Cont.)</vt:lpstr>
      <vt:lpstr>HISTORY (Cont.)</vt:lpstr>
      <vt:lpstr>HISTORY (Cont.)</vt:lpstr>
      <vt:lpstr>HISTORY (Cont.)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of Operating System </dc:title>
  <dc:creator>Windows User</dc:creator>
  <cp:lastModifiedBy>Windows User</cp:lastModifiedBy>
  <cp:revision>36</cp:revision>
  <dcterms:created xsi:type="dcterms:W3CDTF">2022-01-25T04:39:14Z</dcterms:created>
  <dcterms:modified xsi:type="dcterms:W3CDTF">2022-02-02T12:48:36Z</dcterms:modified>
</cp:coreProperties>
</file>